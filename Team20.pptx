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3" r:id="rId1"/>
    <p:sldMasterId id="2147483664" r:id="rId2"/>
    <p:sldMasterId id="2147483665" r:id="rId3"/>
  </p:sldMasterIdLst>
  <p:notesMasterIdLst>
    <p:notesMasterId r:id="rId18"/>
  </p:notesMasterIdLst>
  <p:sldIdLst>
    <p:sldId id="256" r:id="rId4"/>
    <p:sldId id="257" r:id="rId5"/>
    <p:sldId id="260" r:id="rId6"/>
    <p:sldId id="271" r:id="rId7"/>
    <p:sldId id="258" r:id="rId8"/>
    <p:sldId id="261" r:id="rId9"/>
    <p:sldId id="277" r:id="rId10"/>
    <p:sldId id="264" r:id="rId11"/>
    <p:sldId id="272" r:id="rId12"/>
    <p:sldId id="274" r:id="rId13"/>
    <p:sldId id="273" r:id="rId14"/>
    <p:sldId id="275" r:id="rId15"/>
    <p:sldId id="268" r:id="rId16"/>
    <p:sldId id="270"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34f4efea501_0_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34f4efea501_0_2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g34f4efea501_0_2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4f4efea501_0_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34f4efea501_0_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8" name="Google Shape;158;g34f4efea501_0_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txBox="1">
            <a:spLocks noGrp="1"/>
          </p:cNvSpPr>
          <p:nvPr>
            <p:ph type="body" idx="1"/>
          </p:nvPr>
        </p:nvSpPr>
        <p:spPr>
          <a:xfrm>
            <a:off x="695325" y="4479925"/>
            <a:ext cx="5564188" cy="3665538"/>
          </a:xfrm>
          <a:prstGeom prst="rect">
            <a:avLst/>
          </a:prstGeom>
          <a:noFill/>
          <a:ln>
            <a:noFill/>
          </a:ln>
        </p:spPr>
        <p:txBody>
          <a:bodyPr spcFirstLastPara="1" wrap="square" lIns="92925" tIns="46450" rIns="92925" bIns="46450" anchor="t" anchorCtr="0">
            <a:noAutofit/>
          </a:bodyPr>
          <a:lstStyle/>
          <a:p>
            <a:pPr marL="0" lvl="0" indent="0" algn="l" rtl="0">
              <a:spcBef>
                <a:spcPts val="360"/>
              </a:spcBef>
              <a:spcAft>
                <a:spcPts val="0"/>
              </a:spcAft>
              <a:buClr>
                <a:schemeClr val="dk1"/>
              </a:buClr>
              <a:buSzPts val="1200"/>
              <a:buFont typeface="Calibri"/>
              <a:buNone/>
            </a:pPr>
            <a:endParaRPr/>
          </a:p>
        </p:txBody>
      </p:sp>
      <p:sp>
        <p:nvSpPr>
          <p:cNvPr id="173" name="Google Shape;173;p5:notes"/>
          <p:cNvSpPr>
            <a:spLocks noGrp="1" noRot="1" noChangeAspect="1"/>
          </p:cNvSpPr>
          <p:nvPr>
            <p:ph type="sldImg" idx="2"/>
          </p:nvPr>
        </p:nvSpPr>
        <p:spPr>
          <a:xfrm>
            <a:off x="685800" y="1163638"/>
            <a:ext cx="5583238" cy="3141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a:extLst>
            <a:ext uri="{FF2B5EF4-FFF2-40B4-BE49-F238E27FC236}">
              <a16:creationId xmlns:a16="http://schemas.microsoft.com/office/drawing/2014/main" id="{8216F2B7-FC69-387F-EBA8-7E8243B14BC5}"/>
            </a:ext>
          </a:extLst>
        </p:cNvPr>
        <p:cNvGrpSpPr/>
        <p:nvPr/>
      </p:nvGrpSpPr>
      <p:grpSpPr>
        <a:xfrm>
          <a:off x="0" y="0"/>
          <a:ext cx="0" cy="0"/>
          <a:chOff x="0" y="0"/>
          <a:chExt cx="0" cy="0"/>
        </a:xfrm>
      </p:grpSpPr>
      <p:sp>
        <p:nvSpPr>
          <p:cNvPr id="172" name="Google Shape;172;p5:notes">
            <a:extLst>
              <a:ext uri="{FF2B5EF4-FFF2-40B4-BE49-F238E27FC236}">
                <a16:creationId xmlns:a16="http://schemas.microsoft.com/office/drawing/2014/main" id="{72E7F732-729A-7191-9780-8C4F72CCBB0E}"/>
              </a:ext>
            </a:extLst>
          </p:cNvPr>
          <p:cNvSpPr txBox="1">
            <a:spLocks noGrp="1"/>
          </p:cNvSpPr>
          <p:nvPr>
            <p:ph type="body" idx="1"/>
          </p:nvPr>
        </p:nvSpPr>
        <p:spPr>
          <a:xfrm>
            <a:off x="695325" y="4479925"/>
            <a:ext cx="5564188" cy="3665538"/>
          </a:xfrm>
          <a:prstGeom prst="rect">
            <a:avLst/>
          </a:prstGeom>
          <a:noFill/>
          <a:ln>
            <a:noFill/>
          </a:ln>
        </p:spPr>
        <p:txBody>
          <a:bodyPr spcFirstLastPara="1" wrap="square" lIns="92925" tIns="46450" rIns="92925" bIns="46450" anchor="t" anchorCtr="0">
            <a:noAutofit/>
          </a:bodyPr>
          <a:lstStyle/>
          <a:p>
            <a:pPr marL="0" lvl="0" indent="0" algn="l" rtl="0">
              <a:spcBef>
                <a:spcPts val="360"/>
              </a:spcBef>
              <a:spcAft>
                <a:spcPts val="0"/>
              </a:spcAft>
              <a:buClr>
                <a:schemeClr val="dk1"/>
              </a:buClr>
              <a:buSzPts val="1200"/>
              <a:buFont typeface="Calibri"/>
              <a:buNone/>
            </a:pPr>
            <a:endParaRPr/>
          </a:p>
        </p:txBody>
      </p:sp>
      <p:sp>
        <p:nvSpPr>
          <p:cNvPr id="173" name="Google Shape;173;p5:notes">
            <a:extLst>
              <a:ext uri="{FF2B5EF4-FFF2-40B4-BE49-F238E27FC236}">
                <a16:creationId xmlns:a16="http://schemas.microsoft.com/office/drawing/2014/main" id="{8A25636F-D1C9-E3A7-074E-761E97C7564F}"/>
              </a:ext>
            </a:extLst>
          </p:cNvPr>
          <p:cNvSpPr>
            <a:spLocks noGrp="1" noRot="1" noChangeAspect="1"/>
          </p:cNvSpPr>
          <p:nvPr>
            <p:ph type="sldImg" idx="2"/>
          </p:nvPr>
        </p:nvSpPr>
        <p:spPr>
          <a:xfrm>
            <a:off x="685800" y="1163638"/>
            <a:ext cx="5583238" cy="3141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60163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4f4efea501_0_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4f4efea501_0_5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g34f4efea501_0_5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8846343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4f4efea501_0_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4f4efea501_0_8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g34f4efea501_0_8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DD8DD1BF-B2A4-4C74-81B3-C3BE880D5C52}" type="datetime2">
              <a:rPr lang="en-US" smtClean="0"/>
              <a:t>Thursday, May 29, 2025</a:t>
            </a:fld>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 BVRIT CSE(AIML)</a:t>
            </a:r>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28FB6E75-4C79-4D26-B689-ED183B23632F}" type="datetime2">
              <a:rPr lang="en-US" smtClean="0"/>
              <a:t>Thursday, May 29, 2025</a:t>
            </a:fld>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 BVRIT CSE(AIML)</a:t>
            </a:r>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2127FE15-5F41-42EA-B9BA-A8F1E8D0F94F}" type="datetime2">
              <a:rPr lang="en-US" smtClean="0"/>
              <a:t>Thursday, May 29, 2025</a:t>
            </a:fld>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 BVRIT CSE(AIML)</a:t>
            </a:r>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27604D10-B9E7-41FB-B89A-14FAA4B9AE9E}" type="datetime2">
              <a:rPr lang="en-US" smtClean="0"/>
              <a:t>Thursday, May 29, 2025</a:t>
            </a:fld>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 BVRIT CSE(AIML)</a:t>
            </a:r>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AC97C46E-47B4-46F5-A110-E69A376BFA30}" type="datetime2">
              <a:rPr lang="en-US" smtClean="0"/>
              <a:t>Thursday, May 29, 2025</a:t>
            </a:fld>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 BVRIT CSE(AIML)</a:t>
            </a:r>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9583A45C-486C-48CF-B3C5-7DADF98F8A17}" type="datetime2">
              <a:rPr lang="en-US" smtClean="0"/>
              <a:t>Thursday, May 29, 2025</a:t>
            </a:fld>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 BVRIT CSE(AIML)</a:t>
            </a:r>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B6EBB905-2B85-4E9A-9AED-7E3CC9E4FA36}" type="datetime2">
              <a:rPr lang="en-US" smtClean="0"/>
              <a:t>Thursday, May 29, 2025</a:t>
            </a:fld>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 BVRIT CSE(AIML)</a:t>
            </a:r>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062972AB-8536-4FD5-9A8C-C279EE113F5E}" type="datetime2">
              <a:rPr lang="en-US" smtClean="0"/>
              <a:t>Thursday, May 29, 2025</a:t>
            </a:fld>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 BVRIT CSE(AIML)</a:t>
            </a:r>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2728FE8-94F7-4645-A801-086DB941D52C}" type="datetime2">
              <a:rPr lang="en-US" smtClean="0"/>
              <a:t>Thursday, May 29, 2025</a:t>
            </a:fld>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 BVRIT CSE(AIML)</a:t>
            </a:r>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537AE950-667D-42DD-AB23-B585A8C790D1}" type="datetime2">
              <a:rPr lang="en-US" smtClean="0"/>
              <a:t>Thursday, May 29, 2025</a:t>
            </a:fld>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 BVRIT CSE(AIML)</a:t>
            </a:r>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0A8487A1-4011-4E44-9856-42FEB4DE1821}" type="datetime2">
              <a:rPr lang="en-US" smtClean="0"/>
              <a:t>Thursday, May 29, 2025</a:t>
            </a:fld>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 BVRIT CSE(AIML)</a:t>
            </a:r>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0"/>
        <p:cNvGrpSpPr/>
        <p:nvPr/>
      </p:nvGrpSpPr>
      <p:grpSpPr>
        <a:xfrm>
          <a:off x="0" y="0"/>
          <a:ext cx="0" cy="0"/>
          <a:chOff x="0" y="0"/>
          <a:chExt cx="0" cy="0"/>
        </a:xfrm>
      </p:grpSpPr>
      <p:grpSp>
        <p:nvGrpSpPr>
          <p:cNvPr id="91" name="Google Shape;91;p14"/>
          <p:cNvGrpSpPr/>
          <p:nvPr/>
        </p:nvGrpSpPr>
        <p:grpSpPr>
          <a:xfrm>
            <a:off x="7240588" y="6302375"/>
            <a:ext cx="4489450" cy="0"/>
            <a:chOff x="7230414" y="6467118"/>
            <a:chExt cx="4489361" cy="0"/>
          </a:xfrm>
        </p:grpSpPr>
        <p:cxnSp>
          <p:nvCxnSpPr>
            <p:cNvPr id="92" name="Google Shape;92;p14"/>
            <p:cNvCxnSpPr/>
            <p:nvPr/>
          </p:nvCxnSpPr>
          <p:spPr>
            <a:xfrm>
              <a:off x="10238666" y="6467118"/>
              <a:ext cx="1481109" cy="0"/>
            </a:xfrm>
            <a:prstGeom prst="straightConnector1">
              <a:avLst/>
            </a:prstGeom>
            <a:noFill/>
            <a:ln w="28575" cap="flat" cmpd="sng">
              <a:solidFill>
                <a:srgbClr val="A4238F"/>
              </a:solidFill>
              <a:prstDash val="solid"/>
              <a:miter lim="800000"/>
              <a:headEnd type="none" w="sm" len="sm"/>
              <a:tailEnd type="none" w="sm" len="sm"/>
            </a:ln>
          </p:spPr>
        </p:cxnSp>
        <p:cxnSp>
          <p:nvCxnSpPr>
            <p:cNvPr id="93" name="Google Shape;93;p14"/>
            <p:cNvCxnSpPr/>
            <p:nvPr/>
          </p:nvCxnSpPr>
          <p:spPr>
            <a:xfrm>
              <a:off x="8686122" y="6467118"/>
              <a:ext cx="1539844" cy="0"/>
            </a:xfrm>
            <a:prstGeom prst="straightConnector1">
              <a:avLst/>
            </a:prstGeom>
            <a:noFill/>
            <a:ln w="28575" cap="flat" cmpd="sng">
              <a:solidFill>
                <a:srgbClr val="A7CE39"/>
              </a:solidFill>
              <a:prstDash val="solid"/>
              <a:miter lim="800000"/>
              <a:headEnd type="none" w="sm" len="sm"/>
              <a:tailEnd type="none" w="sm" len="sm"/>
            </a:ln>
          </p:spPr>
        </p:cxnSp>
        <p:cxnSp>
          <p:nvCxnSpPr>
            <p:cNvPr id="94" name="Google Shape;94;p14"/>
            <p:cNvCxnSpPr/>
            <p:nvPr/>
          </p:nvCxnSpPr>
          <p:spPr>
            <a:xfrm>
              <a:off x="7230414" y="6467118"/>
              <a:ext cx="1538257" cy="0"/>
            </a:xfrm>
            <a:prstGeom prst="straightConnector1">
              <a:avLst/>
            </a:prstGeom>
            <a:noFill/>
            <a:ln w="28575" cap="flat" cmpd="sng">
              <a:solidFill>
                <a:srgbClr val="F58221"/>
              </a:solidFill>
              <a:prstDash val="solid"/>
              <a:miter lim="800000"/>
              <a:headEnd type="none" w="sm" len="sm"/>
              <a:tailEnd type="none" w="sm" len="sm"/>
            </a:ln>
          </p:spPr>
        </p:cxnSp>
      </p:grpSp>
      <p:cxnSp>
        <p:nvCxnSpPr>
          <p:cNvPr id="95" name="Google Shape;95;p14"/>
          <p:cNvCxnSpPr/>
          <p:nvPr/>
        </p:nvCxnSpPr>
        <p:spPr>
          <a:xfrm rot="10800000" flipH="1">
            <a:off x="119063" y="895350"/>
            <a:ext cx="4351337" cy="25400"/>
          </a:xfrm>
          <a:prstGeom prst="straightConnector1">
            <a:avLst/>
          </a:prstGeom>
          <a:noFill/>
          <a:ln w="57150" cap="flat" cmpd="sng">
            <a:solidFill>
              <a:srgbClr val="002060"/>
            </a:solidFill>
            <a:prstDash val="solid"/>
            <a:miter lim="800000"/>
            <a:headEnd type="none" w="sm" len="sm"/>
            <a:tailEnd type="none" w="sm" len="sm"/>
          </a:ln>
        </p:spPr>
      </p:cxnSp>
      <p:pic>
        <p:nvPicPr>
          <p:cNvPr id="96" name="Google Shape;96;p14"/>
          <p:cNvPicPr preferRelativeResize="0"/>
          <p:nvPr/>
        </p:nvPicPr>
        <p:blipFill rotWithShape="1">
          <a:blip r:embed="rId2">
            <a:alphaModFix/>
          </a:blip>
          <a:srcRect/>
          <a:stretch/>
        </p:blipFill>
        <p:spPr>
          <a:xfrm>
            <a:off x="255588" y="138113"/>
            <a:ext cx="827087" cy="611187"/>
          </a:xfrm>
          <a:prstGeom prst="rect">
            <a:avLst/>
          </a:prstGeom>
          <a:noFill/>
          <a:ln>
            <a:noFill/>
          </a:ln>
        </p:spPr>
      </p:pic>
      <p:pic>
        <p:nvPicPr>
          <p:cNvPr id="97" name="Google Shape;97;p14"/>
          <p:cNvPicPr preferRelativeResize="0"/>
          <p:nvPr/>
        </p:nvPicPr>
        <p:blipFill rotWithShape="1">
          <a:blip r:embed="rId3">
            <a:alphaModFix/>
          </a:blip>
          <a:srcRect/>
          <a:stretch/>
        </p:blipFill>
        <p:spPr>
          <a:xfrm>
            <a:off x="10990263" y="138113"/>
            <a:ext cx="1000125" cy="560387"/>
          </a:xfrm>
          <a:prstGeom prst="rect">
            <a:avLst/>
          </a:prstGeom>
          <a:noFill/>
          <a:ln>
            <a:noFill/>
          </a:ln>
        </p:spPr>
      </p:pic>
      <p:sp>
        <p:nvSpPr>
          <p:cNvPr id="98" name="Google Shape;98;p14"/>
          <p:cNvSpPr txBox="1">
            <a:spLocks noGrp="1"/>
          </p:cNvSpPr>
          <p:nvPr>
            <p:ph type="title"/>
          </p:nvPr>
        </p:nvSpPr>
        <p:spPr>
          <a:xfrm>
            <a:off x="1128713" y="138113"/>
            <a:ext cx="9767887" cy="5953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9" name="Google Shape;99;p14"/>
          <p:cNvSpPr txBox="1">
            <a:spLocks noGrp="1"/>
          </p:cNvSpPr>
          <p:nvPr>
            <p:ph type="body" idx="1"/>
          </p:nvPr>
        </p:nvSpPr>
        <p:spPr>
          <a:xfrm>
            <a:off x="1128713" y="1090613"/>
            <a:ext cx="9767887" cy="4818062"/>
          </a:xfrm>
          <a:prstGeom prst="rect">
            <a:avLst/>
          </a:prstGeom>
          <a:noFill/>
          <a:ln>
            <a:noFill/>
          </a:ln>
        </p:spPr>
        <p:txBody>
          <a:bodyPr spcFirstLastPara="1" wrap="square" lIns="91425" tIns="45700" rIns="91425" bIns="45700" anchor="t" anchorCtr="0">
            <a:noAutofit/>
          </a:bodyPr>
          <a:lstStyle>
            <a:lvl1pPr marL="457200" lvl="0" indent="-431800" algn="just">
              <a:lnSpc>
                <a:spcPct val="90000"/>
              </a:lnSpc>
              <a:spcBef>
                <a:spcPts val="1000"/>
              </a:spcBef>
              <a:spcAft>
                <a:spcPts val="0"/>
              </a:spcAft>
              <a:buClr>
                <a:schemeClr val="dk1"/>
              </a:buClr>
              <a:buSzPts val="3200"/>
              <a:buChar char="•"/>
              <a:defRPr b="0">
                <a:solidFill>
                  <a:schemeClr val="dk1"/>
                </a:solidFill>
              </a:defRPr>
            </a:lvl1pPr>
            <a:lvl2pPr marL="914400" lvl="1" indent="-406400" algn="just">
              <a:lnSpc>
                <a:spcPct val="90000"/>
              </a:lnSpc>
              <a:spcBef>
                <a:spcPts val="500"/>
              </a:spcBef>
              <a:spcAft>
                <a:spcPts val="0"/>
              </a:spcAft>
              <a:buClr>
                <a:schemeClr val="dk1"/>
              </a:buClr>
              <a:buSzPts val="2800"/>
              <a:buChar char="•"/>
              <a:defRPr b="0">
                <a:solidFill>
                  <a:schemeClr val="dk1"/>
                </a:solidFill>
              </a:defRPr>
            </a:lvl2pPr>
            <a:lvl3pPr marL="1371600" lvl="2" indent="-381000" algn="just">
              <a:lnSpc>
                <a:spcPct val="90000"/>
              </a:lnSpc>
              <a:spcBef>
                <a:spcPts val="500"/>
              </a:spcBef>
              <a:spcAft>
                <a:spcPts val="0"/>
              </a:spcAft>
              <a:buClr>
                <a:schemeClr val="dk1"/>
              </a:buClr>
              <a:buSzPts val="2400"/>
              <a:buChar char="•"/>
              <a:defRPr b="0">
                <a:solidFill>
                  <a:schemeClr val="dk1"/>
                </a:solidFill>
              </a:defRPr>
            </a:lvl3pPr>
            <a:lvl4pPr marL="1828800" lvl="3" indent="-355600" algn="just">
              <a:lnSpc>
                <a:spcPct val="90000"/>
              </a:lnSpc>
              <a:spcBef>
                <a:spcPts val="500"/>
              </a:spcBef>
              <a:spcAft>
                <a:spcPts val="0"/>
              </a:spcAft>
              <a:buClr>
                <a:schemeClr val="dk1"/>
              </a:buClr>
              <a:buSzPts val="2000"/>
              <a:buChar char="•"/>
              <a:defRPr b="0">
                <a:solidFill>
                  <a:schemeClr val="dk1"/>
                </a:solidFill>
              </a:defRPr>
            </a:lvl4pPr>
            <a:lvl5pPr marL="2286000" lvl="4" indent="-355600" algn="just">
              <a:lnSpc>
                <a:spcPct val="90000"/>
              </a:lnSpc>
              <a:spcBef>
                <a:spcPts val="500"/>
              </a:spcBef>
              <a:spcAft>
                <a:spcPts val="0"/>
              </a:spcAft>
              <a:buClr>
                <a:schemeClr val="dk1"/>
              </a:buClr>
              <a:buSzPts val="2000"/>
              <a:buChar char="•"/>
              <a:defRPr b="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0" name="Google Shape;100;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981B6AC2-CAD9-493C-B96C-298F456C9CEA}" type="datetime2">
              <a:rPr lang="en-US" smtClean="0"/>
              <a:t>Thursday, May 29, 2025</a:t>
            </a:fld>
            <a:endParaRPr/>
          </a:p>
        </p:txBody>
      </p:sp>
      <p:sp>
        <p:nvSpPr>
          <p:cNvPr id="101" name="Google Shape;101;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 BVRIT CSE(AIML)</a:t>
            </a:r>
            <a:endParaRPr/>
          </a:p>
        </p:txBody>
      </p:sp>
      <p:sp>
        <p:nvSpPr>
          <p:cNvPr id="102" name="Google Shape;102;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400" b="1">
                <a:solidFill>
                  <a:srgbClr val="002060"/>
                </a:solidFill>
                <a:latin typeface="Bookman Old Style"/>
                <a:ea typeface="Bookman Old Style"/>
                <a:cs typeface="Bookman Old Style"/>
                <a:sym typeface="Bookman Old Style"/>
              </a:defRPr>
            </a:lvl1pPr>
            <a:lvl2pPr marL="0" marR="0" lvl="1" indent="0" algn="r">
              <a:spcBef>
                <a:spcPts val="0"/>
              </a:spcBef>
              <a:buNone/>
              <a:defRPr sz="1400" b="1">
                <a:solidFill>
                  <a:srgbClr val="002060"/>
                </a:solidFill>
                <a:latin typeface="Bookman Old Style"/>
                <a:ea typeface="Bookman Old Style"/>
                <a:cs typeface="Bookman Old Style"/>
                <a:sym typeface="Bookman Old Style"/>
              </a:defRPr>
            </a:lvl2pPr>
            <a:lvl3pPr marL="0" marR="0" lvl="2" indent="0" algn="r">
              <a:spcBef>
                <a:spcPts val="0"/>
              </a:spcBef>
              <a:buNone/>
              <a:defRPr sz="1400" b="1">
                <a:solidFill>
                  <a:srgbClr val="002060"/>
                </a:solidFill>
                <a:latin typeface="Bookman Old Style"/>
                <a:ea typeface="Bookman Old Style"/>
                <a:cs typeface="Bookman Old Style"/>
                <a:sym typeface="Bookman Old Style"/>
              </a:defRPr>
            </a:lvl3pPr>
            <a:lvl4pPr marL="0" marR="0" lvl="3" indent="0" algn="r">
              <a:spcBef>
                <a:spcPts val="0"/>
              </a:spcBef>
              <a:buNone/>
              <a:defRPr sz="1400" b="1">
                <a:solidFill>
                  <a:srgbClr val="002060"/>
                </a:solidFill>
                <a:latin typeface="Bookman Old Style"/>
                <a:ea typeface="Bookman Old Style"/>
                <a:cs typeface="Bookman Old Style"/>
                <a:sym typeface="Bookman Old Style"/>
              </a:defRPr>
            </a:lvl4pPr>
            <a:lvl5pPr marL="0" marR="0" lvl="4" indent="0" algn="r">
              <a:spcBef>
                <a:spcPts val="0"/>
              </a:spcBef>
              <a:buNone/>
              <a:defRPr sz="1400" b="1">
                <a:solidFill>
                  <a:srgbClr val="002060"/>
                </a:solidFill>
                <a:latin typeface="Bookman Old Style"/>
                <a:ea typeface="Bookman Old Style"/>
                <a:cs typeface="Bookman Old Style"/>
                <a:sym typeface="Bookman Old Style"/>
              </a:defRPr>
            </a:lvl5pPr>
            <a:lvl6pPr marL="0" marR="0" lvl="5" indent="0" algn="r">
              <a:spcBef>
                <a:spcPts val="0"/>
              </a:spcBef>
              <a:buNone/>
              <a:defRPr sz="1400" b="1">
                <a:solidFill>
                  <a:srgbClr val="002060"/>
                </a:solidFill>
                <a:latin typeface="Bookman Old Style"/>
                <a:ea typeface="Bookman Old Style"/>
                <a:cs typeface="Bookman Old Style"/>
                <a:sym typeface="Bookman Old Style"/>
              </a:defRPr>
            </a:lvl6pPr>
            <a:lvl7pPr marL="0" marR="0" lvl="6" indent="0" algn="r">
              <a:spcBef>
                <a:spcPts val="0"/>
              </a:spcBef>
              <a:buNone/>
              <a:defRPr sz="1400" b="1">
                <a:solidFill>
                  <a:srgbClr val="002060"/>
                </a:solidFill>
                <a:latin typeface="Bookman Old Style"/>
                <a:ea typeface="Bookman Old Style"/>
                <a:cs typeface="Bookman Old Style"/>
                <a:sym typeface="Bookman Old Style"/>
              </a:defRPr>
            </a:lvl7pPr>
            <a:lvl8pPr marL="0" marR="0" lvl="7" indent="0" algn="r">
              <a:spcBef>
                <a:spcPts val="0"/>
              </a:spcBef>
              <a:buNone/>
              <a:defRPr sz="1400" b="1">
                <a:solidFill>
                  <a:srgbClr val="002060"/>
                </a:solidFill>
                <a:latin typeface="Bookman Old Style"/>
                <a:ea typeface="Bookman Old Style"/>
                <a:cs typeface="Bookman Old Style"/>
                <a:sym typeface="Bookman Old Style"/>
              </a:defRPr>
            </a:lvl8pPr>
            <a:lvl9pPr marL="0" marR="0" lvl="8" indent="0" algn="r">
              <a:spcBef>
                <a:spcPts val="0"/>
              </a:spcBef>
              <a:buNone/>
              <a:defRPr sz="1400" b="1">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3"/>
        <p:cNvGrpSpPr/>
        <p:nvPr/>
      </p:nvGrpSpPr>
      <p:grpSpPr>
        <a:xfrm>
          <a:off x="0" y="0"/>
          <a:ext cx="0" cy="0"/>
          <a:chOff x="0" y="0"/>
          <a:chExt cx="0" cy="0"/>
        </a:xfrm>
      </p:grpSpPr>
      <p:grpSp>
        <p:nvGrpSpPr>
          <p:cNvPr id="104" name="Google Shape;104;p15"/>
          <p:cNvGrpSpPr/>
          <p:nvPr/>
        </p:nvGrpSpPr>
        <p:grpSpPr>
          <a:xfrm>
            <a:off x="7240588" y="6302375"/>
            <a:ext cx="4489450" cy="0"/>
            <a:chOff x="7230414" y="6467118"/>
            <a:chExt cx="4489361" cy="0"/>
          </a:xfrm>
        </p:grpSpPr>
        <p:cxnSp>
          <p:nvCxnSpPr>
            <p:cNvPr id="105" name="Google Shape;105;p15"/>
            <p:cNvCxnSpPr/>
            <p:nvPr/>
          </p:nvCxnSpPr>
          <p:spPr>
            <a:xfrm>
              <a:off x="10238666" y="6467118"/>
              <a:ext cx="1481109" cy="0"/>
            </a:xfrm>
            <a:prstGeom prst="straightConnector1">
              <a:avLst/>
            </a:prstGeom>
            <a:noFill/>
            <a:ln w="28575" cap="flat" cmpd="sng">
              <a:solidFill>
                <a:srgbClr val="A4238F"/>
              </a:solidFill>
              <a:prstDash val="solid"/>
              <a:miter lim="800000"/>
              <a:headEnd type="none" w="sm" len="sm"/>
              <a:tailEnd type="none" w="sm" len="sm"/>
            </a:ln>
          </p:spPr>
        </p:cxnSp>
        <p:cxnSp>
          <p:nvCxnSpPr>
            <p:cNvPr id="106" name="Google Shape;106;p15"/>
            <p:cNvCxnSpPr/>
            <p:nvPr/>
          </p:nvCxnSpPr>
          <p:spPr>
            <a:xfrm>
              <a:off x="8686122" y="6467118"/>
              <a:ext cx="1539844" cy="0"/>
            </a:xfrm>
            <a:prstGeom prst="straightConnector1">
              <a:avLst/>
            </a:prstGeom>
            <a:noFill/>
            <a:ln w="28575" cap="flat" cmpd="sng">
              <a:solidFill>
                <a:srgbClr val="A7CE39"/>
              </a:solidFill>
              <a:prstDash val="solid"/>
              <a:miter lim="800000"/>
              <a:headEnd type="none" w="sm" len="sm"/>
              <a:tailEnd type="none" w="sm" len="sm"/>
            </a:ln>
          </p:spPr>
        </p:cxnSp>
        <p:cxnSp>
          <p:nvCxnSpPr>
            <p:cNvPr id="107" name="Google Shape;107;p15"/>
            <p:cNvCxnSpPr/>
            <p:nvPr/>
          </p:nvCxnSpPr>
          <p:spPr>
            <a:xfrm>
              <a:off x="7230414" y="6467118"/>
              <a:ext cx="1538257" cy="0"/>
            </a:xfrm>
            <a:prstGeom prst="straightConnector1">
              <a:avLst/>
            </a:prstGeom>
            <a:noFill/>
            <a:ln w="28575" cap="flat" cmpd="sng">
              <a:solidFill>
                <a:srgbClr val="F58221"/>
              </a:solidFill>
              <a:prstDash val="solid"/>
              <a:miter lim="800000"/>
              <a:headEnd type="none" w="sm" len="sm"/>
              <a:tailEnd type="none" w="sm" len="sm"/>
            </a:ln>
          </p:spPr>
        </p:cxnSp>
      </p:grpSp>
      <p:cxnSp>
        <p:nvCxnSpPr>
          <p:cNvPr id="108" name="Google Shape;108;p15"/>
          <p:cNvCxnSpPr/>
          <p:nvPr/>
        </p:nvCxnSpPr>
        <p:spPr>
          <a:xfrm rot="10800000" flipH="1">
            <a:off x="119063" y="895350"/>
            <a:ext cx="4351337" cy="25400"/>
          </a:xfrm>
          <a:prstGeom prst="straightConnector1">
            <a:avLst/>
          </a:prstGeom>
          <a:noFill/>
          <a:ln w="57150" cap="flat" cmpd="sng">
            <a:solidFill>
              <a:srgbClr val="002060"/>
            </a:solidFill>
            <a:prstDash val="solid"/>
            <a:miter lim="800000"/>
            <a:headEnd type="none" w="sm" len="sm"/>
            <a:tailEnd type="none" w="sm" len="sm"/>
          </a:ln>
        </p:spPr>
      </p:cxnSp>
      <p:pic>
        <p:nvPicPr>
          <p:cNvPr id="109" name="Google Shape;109;p15"/>
          <p:cNvPicPr preferRelativeResize="0"/>
          <p:nvPr/>
        </p:nvPicPr>
        <p:blipFill rotWithShape="1">
          <a:blip r:embed="rId2">
            <a:alphaModFix/>
          </a:blip>
          <a:srcRect/>
          <a:stretch/>
        </p:blipFill>
        <p:spPr>
          <a:xfrm>
            <a:off x="255588" y="138113"/>
            <a:ext cx="827087" cy="611187"/>
          </a:xfrm>
          <a:prstGeom prst="rect">
            <a:avLst/>
          </a:prstGeom>
          <a:noFill/>
          <a:ln>
            <a:noFill/>
          </a:ln>
        </p:spPr>
      </p:pic>
      <p:pic>
        <p:nvPicPr>
          <p:cNvPr id="110" name="Google Shape;110;p15"/>
          <p:cNvPicPr preferRelativeResize="0"/>
          <p:nvPr/>
        </p:nvPicPr>
        <p:blipFill rotWithShape="1">
          <a:blip r:embed="rId3">
            <a:alphaModFix/>
          </a:blip>
          <a:srcRect/>
          <a:stretch/>
        </p:blipFill>
        <p:spPr>
          <a:xfrm>
            <a:off x="10990263" y="138113"/>
            <a:ext cx="1000125" cy="560387"/>
          </a:xfrm>
          <a:prstGeom prst="rect">
            <a:avLst/>
          </a:prstGeom>
          <a:noFill/>
          <a:ln>
            <a:noFill/>
          </a:ln>
        </p:spPr>
      </p:pic>
      <p:sp>
        <p:nvSpPr>
          <p:cNvPr id="111" name="Google Shape;111;p15"/>
          <p:cNvSpPr txBox="1">
            <a:spLocks noGrp="1"/>
          </p:cNvSpPr>
          <p:nvPr>
            <p:ph type="title"/>
          </p:nvPr>
        </p:nvSpPr>
        <p:spPr>
          <a:xfrm>
            <a:off x="1128713" y="138113"/>
            <a:ext cx="9767887" cy="5953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12" name="Google Shape;112;p15"/>
          <p:cNvSpPr txBox="1">
            <a:spLocks noGrp="1"/>
          </p:cNvSpPr>
          <p:nvPr>
            <p:ph type="body" idx="1"/>
          </p:nvPr>
        </p:nvSpPr>
        <p:spPr>
          <a:xfrm>
            <a:off x="838200" y="1050925"/>
            <a:ext cx="5181600" cy="4351338"/>
          </a:xfrm>
          <a:prstGeom prst="rect">
            <a:avLst/>
          </a:prstGeom>
          <a:noFill/>
          <a:ln>
            <a:noFill/>
          </a:ln>
        </p:spPr>
        <p:txBody>
          <a:bodyPr spcFirstLastPara="1" wrap="square" lIns="91425" tIns="45700" rIns="91425" bIns="45700" anchor="t" anchorCtr="0">
            <a:noAutofit/>
          </a:bodyPr>
          <a:lstStyle>
            <a:lvl1pPr marL="457200" lvl="0" indent="-342900" algn="just">
              <a:lnSpc>
                <a:spcPct val="90000"/>
              </a:lnSpc>
              <a:spcBef>
                <a:spcPts val="1000"/>
              </a:spcBef>
              <a:spcAft>
                <a:spcPts val="0"/>
              </a:spcAft>
              <a:buClr>
                <a:schemeClr val="dk1"/>
              </a:buClr>
              <a:buSzPts val="1800"/>
              <a:buChar char="•"/>
              <a:defRPr/>
            </a:lvl1pPr>
            <a:lvl2pPr marL="914400" lvl="1" indent="-342900" algn="just">
              <a:lnSpc>
                <a:spcPct val="90000"/>
              </a:lnSpc>
              <a:spcBef>
                <a:spcPts val="500"/>
              </a:spcBef>
              <a:spcAft>
                <a:spcPts val="0"/>
              </a:spcAft>
              <a:buClr>
                <a:schemeClr val="dk1"/>
              </a:buClr>
              <a:buSzPts val="1800"/>
              <a:buChar char="•"/>
              <a:defRPr/>
            </a:lvl2pPr>
            <a:lvl3pPr marL="1371600" lvl="2" indent="-342900" algn="just">
              <a:lnSpc>
                <a:spcPct val="90000"/>
              </a:lnSpc>
              <a:spcBef>
                <a:spcPts val="500"/>
              </a:spcBef>
              <a:spcAft>
                <a:spcPts val="0"/>
              </a:spcAft>
              <a:buClr>
                <a:schemeClr val="dk1"/>
              </a:buClr>
              <a:buSzPts val="1800"/>
              <a:buChar char="•"/>
              <a:defRPr/>
            </a:lvl3pPr>
            <a:lvl4pPr marL="1828800" lvl="3" indent="-342900" algn="just">
              <a:lnSpc>
                <a:spcPct val="90000"/>
              </a:lnSpc>
              <a:spcBef>
                <a:spcPts val="500"/>
              </a:spcBef>
              <a:spcAft>
                <a:spcPts val="0"/>
              </a:spcAft>
              <a:buClr>
                <a:schemeClr val="dk1"/>
              </a:buClr>
              <a:buSzPts val="1800"/>
              <a:buChar char="•"/>
              <a:defRPr/>
            </a:lvl4pPr>
            <a:lvl5pPr marL="2286000" lvl="4" indent="-342900" algn="just">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15"/>
          <p:cNvSpPr txBox="1">
            <a:spLocks noGrp="1"/>
          </p:cNvSpPr>
          <p:nvPr>
            <p:ph type="body" idx="2"/>
          </p:nvPr>
        </p:nvSpPr>
        <p:spPr>
          <a:xfrm>
            <a:off x="6172200" y="1050925"/>
            <a:ext cx="5181600" cy="4351338"/>
          </a:xfrm>
          <a:prstGeom prst="rect">
            <a:avLst/>
          </a:prstGeom>
          <a:noFill/>
          <a:ln>
            <a:noFill/>
          </a:ln>
        </p:spPr>
        <p:txBody>
          <a:bodyPr spcFirstLastPara="1" wrap="square" lIns="91425" tIns="45700" rIns="91425" bIns="45700" anchor="t" anchorCtr="0">
            <a:noAutofit/>
          </a:bodyPr>
          <a:lstStyle>
            <a:lvl1pPr marL="457200" lvl="0" indent="-342900" algn="just">
              <a:lnSpc>
                <a:spcPct val="90000"/>
              </a:lnSpc>
              <a:spcBef>
                <a:spcPts val="1000"/>
              </a:spcBef>
              <a:spcAft>
                <a:spcPts val="0"/>
              </a:spcAft>
              <a:buClr>
                <a:schemeClr val="dk1"/>
              </a:buClr>
              <a:buSzPts val="1800"/>
              <a:buChar char="•"/>
              <a:defRPr/>
            </a:lvl1pPr>
            <a:lvl2pPr marL="914400" lvl="1" indent="-342900" algn="just">
              <a:lnSpc>
                <a:spcPct val="90000"/>
              </a:lnSpc>
              <a:spcBef>
                <a:spcPts val="500"/>
              </a:spcBef>
              <a:spcAft>
                <a:spcPts val="0"/>
              </a:spcAft>
              <a:buClr>
                <a:schemeClr val="dk1"/>
              </a:buClr>
              <a:buSzPts val="1800"/>
              <a:buChar char="•"/>
              <a:defRPr/>
            </a:lvl2pPr>
            <a:lvl3pPr marL="1371600" lvl="2" indent="-342900" algn="just">
              <a:lnSpc>
                <a:spcPct val="90000"/>
              </a:lnSpc>
              <a:spcBef>
                <a:spcPts val="500"/>
              </a:spcBef>
              <a:spcAft>
                <a:spcPts val="0"/>
              </a:spcAft>
              <a:buClr>
                <a:schemeClr val="dk1"/>
              </a:buClr>
              <a:buSzPts val="1800"/>
              <a:buChar char="•"/>
              <a:defRPr/>
            </a:lvl3pPr>
            <a:lvl4pPr marL="1828800" lvl="3" indent="-342900" algn="just">
              <a:lnSpc>
                <a:spcPct val="90000"/>
              </a:lnSpc>
              <a:spcBef>
                <a:spcPts val="500"/>
              </a:spcBef>
              <a:spcAft>
                <a:spcPts val="0"/>
              </a:spcAft>
              <a:buClr>
                <a:schemeClr val="dk1"/>
              </a:buClr>
              <a:buSzPts val="1800"/>
              <a:buChar char="•"/>
              <a:defRPr/>
            </a:lvl4pPr>
            <a:lvl5pPr marL="2286000" lvl="4" indent="-342900" algn="just">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48B5846-0D4B-40DB-B852-F6AFFDA76D60}" type="datetime2">
              <a:rPr lang="en-US" smtClean="0"/>
              <a:t>Thursday, May 29, 2025</a:t>
            </a:fld>
            <a:endParaRPr/>
          </a:p>
        </p:txBody>
      </p:sp>
      <p:sp>
        <p:nvSpPr>
          <p:cNvPr id="115" name="Google Shape;1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 BVRIT CSE(AIML)</a:t>
            </a:r>
            <a:endParaRPr/>
          </a:p>
        </p:txBody>
      </p:sp>
      <p:sp>
        <p:nvSpPr>
          <p:cNvPr id="116" name="Google Shape;1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400" b="1">
                <a:solidFill>
                  <a:srgbClr val="002060"/>
                </a:solidFill>
                <a:latin typeface="Bookman Old Style"/>
                <a:ea typeface="Bookman Old Style"/>
                <a:cs typeface="Bookman Old Style"/>
                <a:sym typeface="Bookman Old Style"/>
              </a:defRPr>
            </a:lvl1pPr>
            <a:lvl2pPr marL="0" marR="0" lvl="1" indent="0" algn="r">
              <a:spcBef>
                <a:spcPts val="0"/>
              </a:spcBef>
              <a:buNone/>
              <a:defRPr sz="1400" b="1">
                <a:solidFill>
                  <a:srgbClr val="002060"/>
                </a:solidFill>
                <a:latin typeface="Bookman Old Style"/>
                <a:ea typeface="Bookman Old Style"/>
                <a:cs typeface="Bookman Old Style"/>
                <a:sym typeface="Bookman Old Style"/>
              </a:defRPr>
            </a:lvl2pPr>
            <a:lvl3pPr marL="0" marR="0" lvl="2" indent="0" algn="r">
              <a:spcBef>
                <a:spcPts val="0"/>
              </a:spcBef>
              <a:buNone/>
              <a:defRPr sz="1400" b="1">
                <a:solidFill>
                  <a:srgbClr val="002060"/>
                </a:solidFill>
                <a:latin typeface="Bookman Old Style"/>
                <a:ea typeface="Bookman Old Style"/>
                <a:cs typeface="Bookman Old Style"/>
                <a:sym typeface="Bookman Old Style"/>
              </a:defRPr>
            </a:lvl3pPr>
            <a:lvl4pPr marL="0" marR="0" lvl="3" indent="0" algn="r">
              <a:spcBef>
                <a:spcPts val="0"/>
              </a:spcBef>
              <a:buNone/>
              <a:defRPr sz="1400" b="1">
                <a:solidFill>
                  <a:srgbClr val="002060"/>
                </a:solidFill>
                <a:latin typeface="Bookman Old Style"/>
                <a:ea typeface="Bookman Old Style"/>
                <a:cs typeface="Bookman Old Style"/>
                <a:sym typeface="Bookman Old Style"/>
              </a:defRPr>
            </a:lvl4pPr>
            <a:lvl5pPr marL="0" marR="0" lvl="4" indent="0" algn="r">
              <a:spcBef>
                <a:spcPts val="0"/>
              </a:spcBef>
              <a:buNone/>
              <a:defRPr sz="1400" b="1">
                <a:solidFill>
                  <a:srgbClr val="002060"/>
                </a:solidFill>
                <a:latin typeface="Bookman Old Style"/>
                <a:ea typeface="Bookman Old Style"/>
                <a:cs typeface="Bookman Old Style"/>
                <a:sym typeface="Bookman Old Style"/>
              </a:defRPr>
            </a:lvl5pPr>
            <a:lvl6pPr marL="0" marR="0" lvl="5" indent="0" algn="r">
              <a:spcBef>
                <a:spcPts val="0"/>
              </a:spcBef>
              <a:buNone/>
              <a:defRPr sz="1400" b="1">
                <a:solidFill>
                  <a:srgbClr val="002060"/>
                </a:solidFill>
                <a:latin typeface="Bookman Old Style"/>
                <a:ea typeface="Bookman Old Style"/>
                <a:cs typeface="Bookman Old Style"/>
                <a:sym typeface="Bookman Old Style"/>
              </a:defRPr>
            </a:lvl6pPr>
            <a:lvl7pPr marL="0" marR="0" lvl="6" indent="0" algn="r">
              <a:spcBef>
                <a:spcPts val="0"/>
              </a:spcBef>
              <a:buNone/>
              <a:defRPr sz="1400" b="1">
                <a:solidFill>
                  <a:srgbClr val="002060"/>
                </a:solidFill>
                <a:latin typeface="Bookman Old Style"/>
                <a:ea typeface="Bookman Old Style"/>
                <a:cs typeface="Bookman Old Style"/>
                <a:sym typeface="Bookman Old Style"/>
              </a:defRPr>
            </a:lvl7pPr>
            <a:lvl8pPr marL="0" marR="0" lvl="7" indent="0" algn="r">
              <a:spcBef>
                <a:spcPts val="0"/>
              </a:spcBef>
              <a:buNone/>
              <a:defRPr sz="1400" b="1">
                <a:solidFill>
                  <a:srgbClr val="002060"/>
                </a:solidFill>
                <a:latin typeface="Bookman Old Style"/>
                <a:ea typeface="Bookman Old Style"/>
                <a:cs typeface="Bookman Old Style"/>
                <a:sym typeface="Bookman Old Style"/>
              </a:defRPr>
            </a:lvl8pPr>
            <a:lvl9pPr marL="0" marR="0" lvl="8" indent="0" algn="r">
              <a:spcBef>
                <a:spcPts val="0"/>
              </a:spcBef>
              <a:buNone/>
              <a:defRPr sz="1400" b="1">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7"/>
        <p:cNvGrpSpPr/>
        <p:nvPr/>
      </p:nvGrpSpPr>
      <p:grpSpPr>
        <a:xfrm>
          <a:off x="0" y="0"/>
          <a:ext cx="0" cy="0"/>
          <a:chOff x="0" y="0"/>
          <a:chExt cx="0" cy="0"/>
        </a:xfrm>
      </p:grpSpPr>
      <p:pic>
        <p:nvPicPr>
          <p:cNvPr id="118" name="Google Shape;118;p16" descr="Logo, company name&#10;&#10;Description automatically generated"/>
          <p:cNvPicPr preferRelativeResize="0"/>
          <p:nvPr/>
        </p:nvPicPr>
        <p:blipFill rotWithShape="1">
          <a:blip r:embed="rId2">
            <a:alphaModFix/>
          </a:blip>
          <a:srcRect/>
          <a:stretch/>
        </p:blipFill>
        <p:spPr>
          <a:xfrm>
            <a:off x="5505450" y="20638"/>
            <a:ext cx="1181100" cy="1101725"/>
          </a:xfrm>
          <a:prstGeom prst="rect">
            <a:avLst/>
          </a:prstGeom>
          <a:noFill/>
          <a:ln>
            <a:noFill/>
          </a:ln>
        </p:spPr>
      </p:pic>
      <p:pic>
        <p:nvPicPr>
          <p:cNvPr id="119" name="Google Shape;119;p16"/>
          <p:cNvPicPr preferRelativeResize="0"/>
          <p:nvPr/>
        </p:nvPicPr>
        <p:blipFill rotWithShape="1">
          <a:blip r:embed="rId3">
            <a:alphaModFix/>
          </a:blip>
          <a:srcRect/>
          <a:stretch/>
        </p:blipFill>
        <p:spPr>
          <a:xfrm>
            <a:off x="5159375" y="5467350"/>
            <a:ext cx="2260600" cy="798513"/>
          </a:xfrm>
          <a:prstGeom prst="rect">
            <a:avLst/>
          </a:prstGeom>
          <a:noFill/>
          <a:ln>
            <a:noFill/>
          </a:ln>
        </p:spPr>
      </p:pic>
      <p:sp>
        <p:nvSpPr>
          <p:cNvPr id="120" name="Google Shape;120;p16"/>
          <p:cNvSpPr txBox="1">
            <a:spLocks noGrp="1"/>
          </p:cNvSpPr>
          <p:nvPr>
            <p:ph type="ctrTitle"/>
          </p:nvPr>
        </p:nvSpPr>
        <p:spPr>
          <a:xfrm>
            <a:off x="1524000" y="1960563"/>
            <a:ext cx="9144000" cy="127793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21" name="Google Shape;121;p16"/>
          <p:cNvSpPr txBox="1">
            <a:spLocks noGrp="1"/>
          </p:cNvSpPr>
          <p:nvPr>
            <p:ph type="subTitle" idx="1"/>
          </p:nvPr>
        </p:nvSpPr>
        <p:spPr>
          <a:xfrm>
            <a:off x="1524000" y="3602038"/>
            <a:ext cx="9144000" cy="10334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b="1"/>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22" name="Google Shape;1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C48AE392-6695-4FEF-9460-5CA1A421BB3D}" type="datetime2">
              <a:rPr lang="en-US" smtClean="0"/>
              <a:t>Thursday, May 29, 2025</a:t>
            </a:fld>
            <a:endParaRPr/>
          </a:p>
        </p:txBody>
      </p:sp>
      <p:sp>
        <p:nvSpPr>
          <p:cNvPr id="123" name="Google Shape;1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 BVRIT CSE(AIML)</a:t>
            </a:r>
            <a:endParaRPr/>
          </a:p>
        </p:txBody>
      </p:sp>
      <p:sp>
        <p:nvSpPr>
          <p:cNvPr id="124" name="Google Shape;1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400" b="1">
                <a:solidFill>
                  <a:srgbClr val="002060"/>
                </a:solidFill>
                <a:latin typeface="Bookman Old Style"/>
                <a:ea typeface="Bookman Old Style"/>
                <a:cs typeface="Bookman Old Style"/>
                <a:sym typeface="Bookman Old Style"/>
              </a:defRPr>
            </a:lvl1pPr>
            <a:lvl2pPr marL="0" marR="0" lvl="1" indent="0" algn="r">
              <a:spcBef>
                <a:spcPts val="0"/>
              </a:spcBef>
              <a:buNone/>
              <a:defRPr sz="1400" b="1">
                <a:solidFill>
                  <a:srgbClr val="002060"/>
                </a:solidFill>
                <a:latin typeface="Bookman Old Style"/>
                <a:ea typeface="Bookman Old Style"/>
                <a:cs typeface="Bookman Old Style"/>
                <a:sym typeface="Bookman Old Style"/>
              </a:defRPr>
            </a:lvl2pPr>
            <a:lvl3pPr marL="0" marR="0" lvl="2" indent="0" algn="r">
              <a:spcBef>
                <a:spcPts val="0"/>
              </a:spcBef>
              <a:buNone/>
              <a:defRPr sz="1400" b="1">
                <a:solidFill>
                  <a:srgbClr val="002060"/>
                </a:solidFill>
                <a:latin typeface="Bookman Old Style"/>
                <a:ea typeface="Bookman Old Style"/>
                <a:cs typeface="Bookman Old Style"/>
                <a:sym typeface="Bookman Old Style"/>
              </a:defRPr>
            </a:lvl3pPr>
            <a:lvl4pPr marL="0" marR="0" lvl="3" indent="0" algn="r">
              <a:spcBef>
                <a:spcPts val="0"/>
              </a:spcBef>
              <a:buNone/>
              <a:defRPr sz="1400" b="1">
                <a:solidFill>
                  <a:srgbClr val="002060"/>
                </a:solidFill>
                <a:latin typeface="Bookman Old Style"/>
                <a:ea typeface="Bookman Old Style"/>
                <a:cs typeface="Bookman Old Style"/>
                <a:sym typeface="Bookman Old Style"/>
              </a:defRPr>
            </a:lvl4pPr>
            <a:lvl5pPr marL="0" marR="0" lvl="4" indent="0" algn="r">
              <a:spcBef>
                <a:spcPts val="0"/>
              </a:spcBef>
              <a:buNone/>
              <a:defRPr sz="1400" b="1">
                <a:solidFill>
                  <a:srgbClr val="002060"/>
                </a:solidFill>
                <a:latin typeface="Bookman Old Style"/>
                <a:ea typeface="Bookman Old Style"/>
                <a:cs typeface="Bookman Old Style"/>
                <a:sym typeface="Bookman Old Style"/>
              </a:defRPr>
            </a:lvl5pPr>
            <a:lvl6pPr marL="0" marR="0" lvl="5" indent="0" algn="r">
              <a:spcBef>
                <a:spcPts val="0"/>
              </a:spcBef>
              <a:buNone/>
              <a:defRPr sz="1400" b="1">
                <a:solidFill>
                  <a:srgbClr val="002060"/>
                </a:solidFill>
                <a:latin typeface="Bookman Old Style"/>
                <a:ea typeface="Bookman Old Style"/>
                <a:cs typeface="Bookman Old Style"/>
                <a:sym typeface="Bookman Old Style"/>
              </a:defRPr>
            </a:lvl6pPr>
            <a:lvl7pPr marL="0" marR="0" lvl="6" indent="0" algn="r">
              <a:spcBef>
                <a:spcPts val="0"/>
              </a:spcBef>
              <a:buNone/>
              <a:defRPr sz="1400" b="1">
                <a:solidFill>
                  <a:srgbClr val="002060"/>
                </a:solidFill>
                <a:latin typeface="Bookman Old Style"/>
                <a:ea typeface="Bookman Old Style"/>
                <a:cs typeface="Bookman Old Style"/>
                <a:sym typeface="Bookman Old Style"/>
              </a:defRPr>
            </a:lvl7pPr>
            <a:lvl8pPr marL="0" marR="0" lvl="7" indent="0" algn="r">
              <a:spcBef>
                <a:spcPts val="0"/>
              </a:spcBef>
              <a:buNone/>
              <a:defRPr sz="1400" b="1">
                <a:solidFill>
                  <a:srgbClr val="002060"/>
                </a:solidFill>
                <a:latin typeface="Bookman Old Style"/>
                <a:ea typeface="Bookman Old Style"/>
                <a:cs typeface="Bookman Old Style"/>
                <a:sym typeface="Bookman Old Style"/>
              </a:defRPr>
            </a:lvl8pPr>
            <a:lvl9pPr marL="0" marR="0" lvl="8" indent="0" algn="r">
              <a:spcBef>
                <a:spcPts val="0"/>
              </a:spcBef>
              <a:buNone/>
              <a:defRPr sz="1400" b="1">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5"/>
        <p:cNvGrpSpPr/>
        <p:nvPr/>
      </p:nvGrpSpPr>
      <p:grpSpPr>
        <a:xfrm>
          <a:off x="0" y="0"/>
          <a:ext cx="0" cy="0"/>
          <a:chOff x="0" y="0"/>
          <a:chExt cx="0" cy="0"/>
        </a:xfrm>
      </p:grpSpPr>
      <p:sp>
        <p:nvSpPr>
          <p:cNvPr id="126" name="Google Shape;1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1400"/>
              <a:buNone/>
              <a:defRPr sz="4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127" name="Google Shape;1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chemeClr val="dk1"/>
              </a:buClr>
              <a:buSzPts val="2400"/>
              <a:buNone/>
              <a:defRPr sz="2400">
                <a:solidFill>
                  <a:schemeClr val="dk1"/>
                </a:solidFill>
              </a:defRPr>
            </a:lvl1pPr>
            <a:lvl2pPr marL="914400" lvl="1" indent="-228600" algn="just">
              <a:lnSpc>
                <a:spcPct val="90000"/>
              </a:lnSpc>
              <a:spcBef>
                <a:spcPts val="500"/>
              </a:spcBef>
              <a:spcAft>
                <a:spcPts val="0"/>
              </a:spcAft>
              <a:buClr>
                <a:srgbClr val="888888"/>
              </a:buClr>
              <a:buSzPts val="2000"/>
              <a:buNone/>
              <a:defRPr sz="2000">
                <a:solidFill>
                  <a:srgbClr val="888888"/>
                </a:solidFill>
              </a:defRPr>
            </a:lvl2pPr>
            <a:lvl3pPr marL="1371600" lvl="2" indent="-228600" algn="just">
              <a:lnSpc>
                <a:spcPct val="90000"/>
              </a:lnSpc>
              <a:spcBef>
                <a:spcPts val="500"/>
              </a:spcBef>
              <a:spcAft>
                <a:spcPts val="0"/>
              </a:spcAft>
              <a:buClr>
                <a:srgbClr val="888888"/>
              </a:buClr>
              <a:buSzPts val="1800"/>
              <a:buNone/>
              <a:defRPr sz="1800">
                <a:solidFill>
                  <a:srgbClr val="888888"/>
                </a:solidFill>
              </a:defRPr>
            </a:lvl3pPr>
            <a:lvl4pPr marL="1828800" lvl="3" indent="-228600" algn="just">
              <a:lnSpc>
                <a:spcPct val="90000"/>
              </a:lnSpc>
              <a:spcBef>
                <a:spcPts val="500"/>
              </a:spcBef>
              <a:spcAft>
                <a:spcPts val="0"/>
              </a:spcAft>
              <a:buClr>
                <a:srgbClr val="888888"/>
              </a:buClr>
              <a:buSzPts val="1600"/>
              <a:buNone/>
              <a:defRPr sz="1600">
                <a:solidFill>
                  <a:srgbClr val="888888"/>
                </a:solidFill>
              </a:defRPr>
            </a:lvl4pPr>
            <a:lvl5pPr marL="2286000" lvl="4" indent="-228600" algn="just">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28" name="Google Shape;1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7AE8E481-A4D3-49C3-9F79-F1D21CC4E467}" type="datetime2">
              <a:rPr lang="en-US" smtClean="0"/>
              <a:t>Thursday, May 29, 2025</a:t>
            </a:fld>
            <a:endParaRPr/>
          </a:p>
        </p:txBody>
      </p:sp>
      <p:sp>
        <p:nvSpPr>
          <p:cNvPr id="129" name="Google Shape;1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 BVRIT CSE(AIML)</a:t>
            </a:r>
            <a:endParaRPr/>
          </a:p>
        </p:txBody>
      </p:sp>
      <p:sp>
        <p:nvSpPr>
          <p:cNvPr id="130" name="Google Shape;1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400" b="1">
                <a:solidFill>
                  <a:srgbClr val="002060"/>
                </a:solidFill>
                <a:latin typeface="Bookman Old Style"/>
                <a:ea typeface="Bookman Old Style"/>
                <a:cs typeface="Bookman Old Style"/>
                <a:sym typeface="Bookman Old Style"/>
              </a:defRPr>
            </a:lvl1pPr>
            <a:lvl2pPr marL="0" marR="0" lvl="1" indent="0" algn="r">
              <a:spcBef>
                <a:spcPts val="0"/>
              </a:spcBef>
              <a:buNone/>
              <a:defRPr sz="1400" b="1">
                <a:solidFill>
                  <a:srgbClr val="002060"/>
                </a:solidFill>
                <a:latin typeface="Bookman Old Style"/>
                <a:ea typeface="Bookman Old Style"/>
                <a:cs typeface="Bookman Old Style"/>
                <a:sym typeface="Bookman Old Style"/>
              </a:defRPr>
            </a:lvl2pPr>
            <a:lvl3pPr marL="0" marR="0" lvl="2" indent="0" algn="r">
              <a:spcBef>
                <a:spcPts val="0"/>
              </a:spcBef>
              <a:buNone/>
              <a:defRPr sz="1400" b="1">
                <a:solidFill>
                  <a:srgbClr val="002060"/>
                </a:solidFill>
                <a:latin typeface="Bookman Old Style"/>
                <a:ea typeface="Bookman Old Style"/>
                <a:cs typeface="Bookman Old Style"/>
                <a:sym typeface="Bookman Old Style"/>
              </a:defRPr>
            </a:lvl3pPr>
            <a:lvl4pPr marL="0" marR="0" lvl="3" indent="0" algn="r">
              <a:spcBef>
                <a:spcPts val="0"/>
              </a:spcBef>
              <a:buNone/>
              <a:defRPr sz="1400" b="1">
                <a:solidFill>
                  <a:srgbClr val="002060"/>
                </a:solidFill>
                <a:latin typeface="Bookman Old Style"/>
                <a:ea typeface="Bookman Old Style"/>
                <a:cs typeface="Bookman Old Style"/>
                <a:sym typeface="Bookman Old Style"/>
              </a:defRPr>
            </a:lvl4pPr>
            <a:lvl5pPr marL="0" marR="0" lvl="4" indent="0" algn="r">
              <a:spcBef>
                <a:spcPts val="0"/>
              </a:spcBef>
              <a:buNone/>
              <a:defRPr sz="1400" b="1">
                <a:solidFill>
                  <a:srgbClr val="002060"/>
                </a:solidFill>
                <a:latin typeface="Bookman Old Style"/>
                <a:ea typeface="Bookman Old Style"/>
                <a:cs typeface="Bookman Old Style"/>
                <a:sym typeface="Bookman Old Style"/>
              </a:defRPr>
            </a:lvl5pPr>
            <a:lvl6pPr marL="0" marR="0" lvl="5" indent="0" algn="r">
              <a:spcBef>
                <a:spcPts val="0"/>
              </a:spcBef>
              <a:buNone/>
              <a:defRPr sz="1400" b="1">
                <a:solidFill>
                  <a:srgbClr val="002060"/>
                </a:solidFill>
                <a:latin typeface="Bookman Old Style"/>
                <a:ea typeface="Bookman Old Style"/>
                <a:cs typeface="Bookman Old Style"/>
                <a:sym typeface="Bookman Old Style"/>
              </a:defRPr>
            </a:lvl6pPr>
            <a:lvl7pPr marL="0" marR="0" lvl="6" indent="0" algn="r">
              <a:spcBef>
                <a:spcPts val="0"/>
              </a:spcBef>
              <a:buNone/>
              <a:defRPr sz="1400" b="1">
                <a:solidFill>
                  <a:srgbClr val="002060"/>
                </a:solidFill>
                <a:latin typeface="Bookman Old Style"/>
                <a:ea typeface="Bookman Old Style"/>
                <a:cs typeface="Bookman Old Style"/>
                <a:sym typeface="Bookman Old Style"/>
              </a:defRPr>
            </a:lvl7pPr>
            <a:lvl8pPr marL="0" marR="0" lvl="7" indent="0" algn="r">
              <a:spcBef>
                <a:spcPts val="0"/>
              </a:spcBef>
              <a:buNone/>
              <a:defRPr sz="1400" b="1">
                <a:solidFill>
                  <a:srgbClr val="002060"/>
                </a:solidFill>
                <a:latin typeface="Bookman Old Style"/>
                <a:ea typeface="Bookman Old Style"/>
                <a:cs typeface="Bookman Old Style"/>
                <a:sym typeface="Bookman Old Style"/>
              </a:defRPr>
            </a:lvl8pPr>
            <a:lvl9pPr marL="0" marR="0" lvl="8" indent="0" algn="r">
              <a:spcBef>
                <a:spcPts val="0"/>
              </a:spcBef>
              <a:buNone/>
              <a:defRPr sz="1400" b="1">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55"/>
        <p:cNvGrpSpPr/>
        <p:nvPr/>
      </p:nvGrpSpPr>
      <p:grpSpPr>
        <a:xfrm>
          <a:off x="0" y="0"/>
          <a:ext cx="0" cy="0"/>
          <a:chOff x="0" y="0"/>
          <a:chExt cx="0" cy="0"/>
        </a:xfrm>
      </p:grpSpPr>
      <p:grpSp>
        <p:nvGrpSpPr>
          <p:cNvPr id="56" name="Google Shape;56;p8"/>
          <p:cNvGrpSpPr/>
          <p:nvPr/>
        </p:nvGrpSpPr>
        <p:grpSpPr>
          <a:xfrm>
            <a:off x="7240588" y="6302375"/>
            <a:ext cx="4489450" cy="0"/>
            <a:chOff x="7230414" y="6467118"/>
            <a:chExt cx="4489361" cy="0"/>
          </a:xfrm>
        </p:grpSpPr>
        <p:cxnSp>
          <p:nvCxnSpPr>
            <p:cNvPr id="57" name="Google Shape;57;p8"/>
            <p:cNvCxnSpPr/>
            <p:nvPr/>
          </p:nvCxnSpPr>
          <p:spPr>
            <a:xfrm>
              <a:off x="10238666" y="6467118"/>
              <a:ext cx="1481109" cy="0"/>
            </a:xfrm>
            <a:prstGeom prst="straightConnector1">
              <a:avLst/>
            </a:prstGeom>
            <a:noFill/>
            <a:ln w="28575" cap="flat" cmpd="sng">
              <a:solidFill>
                <a:srgbClr val="A4238F"/>
              </a:solidFill>
              <a:prstDash val="solid"/>
              <a:miter lim="800000"/>
              <a:headEnd type="none" w="sm" len="sm"/>
              <a:tailEnd type="none" w="sm" len="sm"/>
            </a:ln>
          </p:spPr>
        </p:cxnSp>
        <p:cxnSp>
          <p:nvCxnSpPr>
            <p:cNvPr id="58" name="Google Shape;58;p8"/>
            <p:cNvCxnSpPr/>
            <p:nvPr/>
          </p:nvCxnSpPr>
          <p:spPr>
            <a:xfrm>
              <a:off x="8686122" y="6467118"/>
              <a:ext cx="1539844" cy="0"/>
            </a:xfrm>
            <a:prstGeom prst="straightConnector1">
              <a:avLst/>
            </a:prstGeom>
            <a:noFill/>
            <a:ln w="28575" cap="flat" cmpd="sng">
              <a:solidFill>
                <a:srgbClr val="A7CE39"/>
              </a:solidFill>
              <a:prstDash val="solid"/>
              <a:miter lim="800000"/>
              <a:headEnd type="none" w="sm" len="sm"/>
              <a:tailEnd type="none" w="sm" len="sm"/>
            </a:ln>
          </p:spPr>
        </p:cxnSp>
        <p:cxnSp>
          <p:nvCxnSpPr>
            <p:cNvPr id="59" name="Google Shape;59;p8"/>
            <p:cNvCxnSpPr/>
            <p:nvPr/>
          </p:nvCxnSpPr>
          <p:spPr>
            <a:xfrm>
              <a:off x="7230414" y="6467118"/>
              <a:ext cx="1538257" cy="0"/>
            </a:xfrm>
            <a:prstGeom prst="straightConnector1">
              <a:avLst/>
            </a:prstGeom>
            <a:noFill/>
            <a:ln w="28575" cap="flat" cmpd="sng">
              <a:solidFill>
                <a:srgbClr val="F58221"/>
              </a:solidFill>
              <a:prstDash val="solid"/>
              <a:miter lim="800000"/>
              <a:headEnd type="none" w="sm" len="sm"/>
              <a:tailEnd type="none" w="sm" len="sm"/>
            </a:ln>
          </p:spPr>
        </p:cxnSp>
      </p:grpSp>
      <p:cxnSp>
        <p:nvCxnSpPr>
          <p:cNvPr id="60" name="Google Shape;60;p8"/>
          <p:cNvCxnSpPr/>
          <p:nvPr/>
        </p:nvCxnSpPr>
        <p:spPr>
          <a:xfrm rot="10800000" flipH="1">
            <a:off x="119063" y="895350"/>
            <a:ext cx="4351337" cy="25400"/>
          </a:xfrm>
          <a:prstGeom prst="straightConnector1">
            <a:avLst/>
          </a:prstGeom>
          <a:noFill/>
          <a:ln w="57150" cap="flat" cmpd="sng">
            <a:solidFill>
              <a:srgbClr val="002060"/>
            </a:solidFill>
            <a:prstDash val="solid"/>
            <a:miter lim="800000"/>
            <a:headEnd type="none" w="sm" len="sm"/>
            <a:tailEnd type="none" w="sm" len="sm"/>
          </a:ln>
        </p:spPr>
      </p:cxnSp>
      <p:pic>
        <p:nvPicPr>
          <p:cNvPr id="61" name="Google Shape;61;p8"/>
          <p:cNvPicPr preferRelativeResize="0"/>
          <p:nvPr/>
        </p:nvPicPr>
        <p:blipFill rotWithShape="1">
          <a:blip r:embed="rId2">
            <a:alphaModFix/>
          </a:blip>
          <a:srcRect/>
          <a:stretch/>
        </p:blipFill>
        <p:spPr>
          <a:xfrm>
            <a:off x="255588" y="138113"/>
            <a:ext cx="827087" cy="611187"/>
          </a:xfrm>
          <a:prstGeom prst="rect">
            <a:avLst/>
          </a:prstGeom>
          <a:noFill/>
          <a:ln>
            <a:noFill/>
          </a:ln>
        </p:spPr>
      </p:pic>
      <p:pic>
        <p:nvPicPr>
          <p:cNvPr id="62" name="Google Shape;62;p8"/>
          <p:cNvPicPr preferRelativeResize="0"/>
          <p:nvPr/>
        </p:nvPicPr>
        <p:blipFill rotWithShape="1">
          <a:blip r:embed="rId3">
            <a:alphaModFix/>
          </a:blip>
          <a:srcRect/>
          <a:stretch/>
        </p:blipFill>
        <p:spPr>
          <a:xfrm>
            <a:off x="10990263" y="138113"/>
            <a:ext cx="1000125" cy="560387"/>
          </a:xfrm>
          <a:prstGeom prst="rect">
            <a:avLst/>
          </a:prstGeom>
          <a:noFill/>
          <a:ln>
            <a:noFill/>
          </a:ln>
        </p:spPr>
      </p:pic>
      <p:sp>
        <p:nvSpPr>
          <p:cNvPr id="63" name="Google Shape;63;p8"/>
          <p:cNvSpPr txBox="1">
            <a:spLocks noGrp="1"/>
          </p:cNvSpPr>
          <p:nvPr>
            <p:ph type="title"/>
          </p:nvPr>
        </p:nvSpPr>
        <p:spPr>
          <a:xfrm>
            <a:off x="1128713" y="138113"/>
            <a:ext cx="9767887" cy="5953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64" name="Google Shape;64;p8"/>
          <p:cNvSpPr txBox="1">
            <a:spLocks noGrp="1"/>
          </p:cNvSpPr>
          <p:nvPr>
            <p:ph type="body" idx="1"/>
          </p:nvPr>
        </p:nvSpPr>
        <p:spPr>
          <a:xfrm>
            <a:off x="1128713" y="1090613"/>
            <a:ext cx="9767887" cy="4818062"/>
          </a:xfrm>
          <a:prstGeom prst="rect">
            <a:avLst/>
          </a:prstGeom>
          <a:noFill/>
          <a:ln>
            <a:noFill/>
          </a:ln>
        </p:spPr>
        <p:txBody>
          <a:bodyPr spcFirstLastPara="1" wrap="square" lIns="91425" tIns="45700" rIns="91425" bIns="45700" anchor="t" anchorCtr="0">
            <a:noAutofit/>
          </a:bodyPr>
          <a:lstStyle>
            <a:lvl1pPr marL="457200" lvl="0" indent="-431800" algn="just">
              <a:lnSpc>
                <a:spcPct val="90000"/>
              </a:lnSpc>
              <a:spcBef>
                <a:spcPts val="1000"/>
              </a:spcBef>
              <a:spcAft>
                <a:spcPts val="0"/>
              </a:spcAft>
              <a:buClr>
                <a:schemeClr val="dk1"/>
              </a:buClr>
              <a:buSzPts val="3200"/>
              <a:buChar char="•"/>
              <a:defRPr b="0">
                <a:solidFill>
                  <a:schemeClr val="dk1"/>
                </a:solidFill>
              </a:defRPr>
            </a:lvl1pPr>
            <a:lvl2pPr marL="914400" lvl="1" indent="-406400" algn="just">
              <a:lnSpc>
                <a:spcPct val="90000"/>
              </a:lnSpc>
              <a:spcBef>
                <a:spcPts val="500"/>
              </a:spcBef>
              <a:spcAft>
                <a:spcPts val="0"/>
              </a:spcAft>
              <a:buClr>
                <a:schemeClr val="dk1"/>
              </a:buClr>
              <a:buSzPts val="2800"/>
              <a:buChar char="•"/>
              <a:defRPr b="0">
                <a:solidFill>
                  <a:schemeClr val="dk1"/>
                </a:solidFill>
              </a:defRPr>
            </a:lvl2pPr>
            <a:lvl3pPr marL="1371600" lvl="2" indent="-381000" algn="just">
              <a:lnSpc>
                <a:spcPct val="90000"/>
              </a:lnSpc>
              <a:spcBef>
                <a:spcPts val="500"/>
              </a:spcBef>
              <a:spcAft>
                <a:spcPts val="0"/>
              </a:spcAft>
              <a:buClr>
                <a:schemeClr val="dk1"/>
              </a:buClr>
              <a:buSzPts val="2400"/>
              <a:buChar char="•"/>
              <a:defRPr b="0">
                <a:solidFill>
                  <a:schemeClr val="dk1"/>
                </a:solidFill>
              </a:defRPr>
            </a:lvl3pPr>
            <a:lvl4pPr marL="1828800" lvl="3" indent="-355600" algn="just">
              <a:lnSpc>
                <a:spcPct val="90000"/>
              </a:lnSpc>
              <a:spcBef>
                <a:spcPts val="500"/>
              </a:spcBef>
              <a:spcAft>
                <a:spcPts val="0"/>
              </a:spcAft>
              <a:buClr>
                <a:schemeClr val="dk1"/>
              </a:buClr>
              <a:buSzPts val="2000"/>
              <a:buChar char="•"/>
              <a:defRPr b="0">
                <a:solidFill>
                  <a:schemeClr val="dk1"/>
                </a:solidFill>
              </a:defRPr>
            </a:lvl4pPr>
            <a:lvl5pPr marL="2286000" lvl="4" indent="-355600" algn="just">
              <a:lnSpc>
                <a:spcPct val="90000"/>
              </a:lnSpc>
              <a:spcBef>
                <a:spcPts val="500"/>
              </a:spcBef>
              <a:spcAft>
                <a:spcPts val="0"/>
              </a:spcAft>
              <a:buClr>
                <a:schemeClr val="dk1"/>
              </a:buClr>
              <a:buSzPts val="2000"/>
              <a:buChar char="•"/>
              <a:defRPr b="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2060"/>
              </a:buClr>
              <a:buSzPts val="1400"/>
              <a:buFont typeface="Bookman Old Style"/>
              <a:buNone/>
              <a:defRPr/>
            </a:lvl1pPr>
            <a:lvl2pPr lvl="1" algn="l">
              <a:spcBef>
                <a:spcPts val="0"/>
              </a:spcBef>
              <a:spcAft>
                <a:spcPts val="0"/>
              </a:spcAft>
              <a:buClr>
                <a:schemeClr val="dk1"/>
              </a:buClr>
              <a:buSzPts val="1400"/>
              <a:buFont typeface="Bookman Old Style"/>
              <a:buNone/>
              <a:defRPr/>
            </a:lvl2pPr>
            <a:lvl3pPr lvl="2" algn="l">
              <a:spcBef>
                <a:spcPts val="0"/>
              </a:spcBef>
              <a:spcAft>
                <a:spcPts val="0"/>
              </a:spcAft>
              <a:buClr>
                <a:schemeClr val="dk1"/>
              </a:buClr>
              <a:buSzPts val="1400"/>
              <a:buFont typeface="Bookman Old Style"/>
              <a:buNone/>
              <a:defRPr/>
            </a:lvl3pPr>
            <a:lvl4pPr lvl="3" algn="l">
              <a:spcBef>
                <a:spcPts val="0"/>
              </a:spcBef>
              <a:spcAft>
                <a:spcPts val="0"/>
              </a:spcAft>
              <a:buClr>
                <a:schemeClr val="dk1"/>
              </a:buClr>
              <a:buSzPts val="1400"/>
              <a:buFont typeface="Bookman Old Style"/>
              <a:buNone/>
              <a:defRPr/>
            </a:lvl4pPr>
            <a:lvl5pPr lvl="4" algn="l">
              <a:spcBef>
                <a:spcPts val="0"/>
              </a:spcBef>
              <a:spcAft>
                <a:spcPts val="0"/>
              </a:spcAft>
              <a:buClr>
                <a:schemeClr val="dk1"/>
              </a:buClr>
              <a:buSzPts val="1400"/>
              <a:buFont typeface="Bookman Old Style"/>
              <a:buNone/>
              <a:defRPr/>
            </a:lvl5pPr>
            <a:lvl6pPr lvl="5" algn="l">
              <a:spcBef>
                <a:spcPts val="0"/>
              </a:spcBef>
              <a:spcAft>
                <a:spcPts val="0"/>
              </a:spcAft>
              <a:buClr>
                <a:schemeClr val="dk1"/>
              </a:buClr>
              <a:buSzPts val="1400"/>
              <a:buFont typeface="Bookman Old Style"/>
              <a:buNone/>
              <a:defRPr/>
            </a:lvl6pPr>
            <a:lvl7pPr lvl="6" algn="l">
              <a:spcBef>
                <a:spcPts val="0"/>
              </a:spcBef>
              <a:spcAft>
                <a:spcPts val="0"/>
              </a:spcAft>
              <a:buClr>
                <a:schemeClr val="dk1"/>
              </a:buClr>
              <a:buSzPts val="1400"/>
              <a:buFont typeface="Bookman Old Style"/>
              <a:buNone/>
              <a:defRPr/>
            </a:lvl7pPr>
            <a:lvl8pPr lvl="7" algn="l">
              <a:spcBef>
                <a:spcPts val="0"/>
              </a:spcBef>
              <a:spcAft>
                <a:spcPts val="0"/>
              </a:spcAft>
              <a:buClr>
                <a:schemeClr val="dk1"/>
              </a:buClr>
              <a:buSzPts val="1400"/>
              <a:buFont typeface="Bookman Old Style"/>
              <a:buNone/>
              <a:defRPr/>
            </a:lvl8pPr>
            <a:lvl9pPr lvl="8" algn="l">
              <a:spcBef>
                <a:spcPts val="0"/>
              </a:spcBef>
              <a:spcAft>
                <a:spcPts val="0"/>
              </a:spcAft>
              <a:buClr>
                <a:schemeClr val="dk1"/>
              </a:buClr>
              <a:buSzPts val="1400"/>
              <a:buFont typeface="Bookman Old Style"/>
              <a:buNone/>
              <a:defRPr/>
            </a:lvl9pPr>
          </a:lstStyle>
          <a:p>
            <a:fld id="{2998F8B7-5CDB-4434-A870-056AE4456B45}" type="datetime2">
              <a:rPr lang="en-US" smtClean="0"/>
              <a:t>Thursday, May 29, 2025</a:t>
            </a:fld>
            <a:endParaRPr/>
          </a:p>
        </p:txBody>
      </p:sp>
      <p:sp>
        <p:nvSpPr>
          <p:cNvPr id="66" name="Google Shape;6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2060"/>
              </a:buClr>
              <a:buSzPts val="1400"/>
              <a:buFont typeface="Bookman Old Style"/>
              <a:buNone/>
              <a:defRPr/>
            </a:lvl1pPr>
            <a:lvl2pPr lvl="1" algn="l">
              <a:spcBef>
                <a:spcPts val="0"/>
              </a:spcBef>
              <a:spcAft>
                <a:spcPts val="0"/>
              </a:spcAft>
              <a:buClr>
                <a:schemeClr val="dk1"/>
              </a:buClr>
              <a:buSzPts val="1400"/>
              <a:buFont typeface="Bookman Old Style"/>
              <a:buNone/>
              <a:defRPr/>
            </a:lvl2pPr>
            <a:lvl3pPr lvl="2" algn="l">
              <a:spcBef>
                <a:spcPts val="0"/>
              </a:spcBef>
              <a:spcAft>
                <a:spcPts val="0"/>
              </a:spcAft>
              <a:buClr>
                <a:schemeClr val="dk1"/>
              </a:buClr>
              <a:buSzPts val="1400"/>
              <a:buFont typeface="Bookman Old Style"/>
              <a:buNone/>
              <a:defRPr/>
            </a:lvl3pPr>
            <a:lvl4pPr lvl="3" algn="l">
              <a:spcBef>
                <a:spcPts val="0"/>
              </a:spcBef>
              <a:spcAft>
                <a:spcPts val="0"/>
              </a:spcAft>
              <a:buClr>
                <a:schemeClr val="dk1"/>
              </a:buClr>
              <a:buSzPts val="1400"/>
              <a:buFont typeface="Bookman Old Style"/>
              <a:buNone/>
              <a:defRPr/>
            </a:lvl4pPr>
            <a:lvl5pPr lvl="4" algn="l">
              <a:spcBef>
                <a:spcPts val="0"/>
              </a:spcBef>
              <a:spcAft>
                <a:spcPts val="0"/>
              </a:spcAft>
              <a:buClr>
                <a:schemeClr val="dk1"/>
              </a:buClr>
              <a:buSzPts val="1400"/>
              <a:buFont typeface="Bookman Old Style"/>
              <a:buNone/>
              <a:defRPr/>
            </a:lvl5pPr>
            <a:lvl6pPr lvl="5" algn="l">
              <a:spcBef>
                <a:spcPts val="0"/>
              </a:spcBef>
              <a:spcAft>
                <a:spcPts val="0"/>
              </a:spcAft>
              <a:buClr>
                <a:schemeClr val="dk1"/>
              </a:buClr>
              <a:buSzPts val="1400"/>
              <a:buFont typeface="Bookman Old Style"/>
              <a:buNone/>
              <a:defRPr/>
            </a:lvl6pPr>
            <a:lvl7pPr lvl="6" algn="l">
              <a:spcBef>
                <a:spcPts val="0"/>
              </a:spcBef>
              <a:spcAft>
                <a:spcPts val="0"/>
              </a:spcAft>
              <a:buClr>
                <a:schemeClr val="dk1"/>
              </a:buClr>
              <a:buSzPts val="1400"/>
              <a:buFont typeface="Bookman Old Style"/>
              <a:buNone/>
              <a:defRPr/>
            </a:lvl7pPr>
            <a:lvl8pPr lvl="7" algn="l">
              <a:spcBef>
                <a:spcPts val="0"/>
              </a:spcBef>
              <a:spcAft>
                <a:spcPts val="0"/>
              </a:spcAft>
              <a:buClr>
                <a:schemeClr val="dk1"/>
              </a:buClr>
              <a:buSzPts val="1400"/>
              <a:buFont typeface="Bookman Old Style"/>
              <a:buNone/>
              <a:defRPr/>
            </a:lvl8pPr>
            <a:lvl9pPr lvl="8" algn="l">
              <a:spcBef>
                <a:spcPts val="0"/>
              </a:spcBef>
              <a:spcAft>
                <a:spcPts val="0"/>
              </a:spcAft>
              <a:buClr>
                <a:schemeClr val="dk1"/>
              </a:buClr>
              <a:buSzPts val="1400"/>
              <a:buFont typeface="Bookman Old Style"/>
              <a:buNone/>
              <a:defRPr/>
            </a:lvl9pPr>
          </a:lstStyle>
          <a:p>
            <a:r>
              <a:rPr lang="en-IN"/>
              <a:t>© BVRIT CSE(AIML)</a:t>
            </a:r>
            <a:endParaRPr/>
          </a:p>
        </p:txBody>
      </p:sp>
      <p:sp>
        <p:nvSpPr>
          <p:cNvPr id="67" name="Google Shape;6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1pPr>
            <a:lvl2pPr marL="0" marR="0" lvl="1"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2pPr>
            <a:lvl3pPr marL="0" marR="0" lvl="2"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3pPr>
            <a:lvl4pPr marL="0" marR="0" lvl="3"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4pPr>
            <a:lvl5pPr marL="0" marR="0" lvl="4"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5pPr>
            <a:lvl6pPr marL="0" marR="0" lvl="5"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6pPr>
            <a:lvl7pPr marL="0" marR="0" lvl="6"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7pPr>
            <a:lvl8pPr marL="0" marR="0" lvl="7"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8pPr>
            <a:lvl9pPr marL="0" marR="0" lvl="8"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8963676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68"/>
        <p:cNvGrpSpPr/>
        <p:nvPr/>
      </p:nvGrpSpPr>
      <p:grpSpPr>
        <a:xfrm>
          <a:off x="0" y="0"/>
          <a:ext cx="0" cy="0"/>
          <a:chOff x="0" y="0"/>
          <a:chExt cx="0" cy="0"/>
        </a:xfrm>
      </p:grpSpPr>
      <p:pic>
        <p:nvPicPr>
          <p:cNvPr id="69" name="Google Shape;69;p9" descr="Logo, company name  Description automatically generated"/>
          <p:cNvPicPr preferRelativeResize="0"/>
          <p:nvPr/>
        </p:nvPicPr>
        <p:blipFill rotWithShape="1">
          <a:blip r:embed="rId2">
            <a:alphaModFix/>
          </a:blip>
          <a:srcRect/>
          <a:stretch/>
        </p:blipFill>
        <p:spPr>
          <a:xfrm>
            <a:off x="5505450" y="20638"/>
            <a:ext cx="1181100" cy="1101725"/>
          </a:xfrm>
          <a:prstGeom prst="rect">
            <a:avLst/>
          </a:prstGeom>
          <a:noFill/>
          <a:ln>
            <a:noFill/>
          </a:ln>
        </p:spPr>
      </p:pic>
      <p:pic>
        <p:nvPicPr>
          <p:cNvPr id="70" name="Google Shape;70;p9"/>
          <p:cNvPicPr preferRelativeResize="0"/>
          <p:nvPr/>
        </p:nvPicPr>
        <p:blipFill rotWithShape="1">
          <a:blip r:embed="rId3">
            <a:alphaModFix/>
          </a:blip>
          <a:srcRect/>
          <a:stretch/>
        </p:blipFill>
        <p:spPr>
          <a:xfrm>
            <a:off x="5159375" y="5467350"/>
            <a:ext cx="2260600" cy="798513"/>
          </a:xfrm>
          <a:prstGeom prst="rect">
            <a:avLst/>
          </a:prstGeom>
          <a:noFill/>
          <a:ln>
            <a:noFill/>
          </a:ln>
        </p:spPr>
      </p:pic>
      <p:sp>
        <p:nvSpPr>
          <p:cNvPr id="71" name="Google Shape;71;p9"/>
          <p:cNvSpPr txBox="1">
            <a:spLocks noGrp="1"/>
          </p:cNvSpPr>
          <p:nvPr>
            <p:ph type="ctrTitle"/>
          </p:nvPr>
        </p:nvSpPr>
        <p:spPr>
          <a:xfrm>
            <a:off x="1524000" y="1960563"/>
            <a:ext cx="9144000" cy="127793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1400"/>
              <a:buNone/>
              <a:defRPr sz="36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2" name="Google Shape;72;p9"/>
          <p:cNvSpPr txBox="1">
            <a:spLocks noGrp="1"/>
          </p:cNvSpPr>
          <p:nvPr>
            <p:ph type="subTitle" idx="1"/>
          </p:nvPr>
        </p:nvSpPr>
        <p:spPr>
          <a:xfrm>
            <a:off x="1524000" y="3602038"/>
            <a:ext cx="9144000" cy="10334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b="1"/>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73" name="Google Shape;73;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2060"/>
              </a:buClr>
              <a:buSzPts val="1400"/>
              <a:buFont typeface="Bookman Old Style"/>
              <a:buNone/>
              <a:defRPr/>
            </a:lvl1pPr>
            <a:lvl2pPr lvl="1" algn="l">
              <a:spcBef>
                <a:spcPts val="0"/>
              </a:spcBef>
              <a:spcAft>
                <a:spcPts val="0"/>
              </a:spcAft>
              <a:buClr>
                <a:schemeClr val="dk1"/>
              </a:buClr>
              <a:buSzPts val="1400"/>
              <a:buFont typeface="Bookman Old Style"/>
              <a:buNone/>
              <a:defRPr/>
            </a:lvl2pPr>
            <a:lvl3pPr lvl="2" algn="l">
              <a:spcBef>
                <a:spcPts val="0"/>
              </a:spcBef>
              <a:spcAft>
                <a:spcPts val="0"/>
              </a:spcAft>
              <a:buClr>
                <a:schemeClr val="dk1"/>
              </a:buClr>
              <a:buSzPts val="1400"/>
              <a:buFont typeface="Bookman Old Style"/>
              <a:buNone/>
              <a:defRPr/>
            </a:lvl3pPr>
            <a:lvl4pPr lvl="3" algn="l">
              <a:spcBef>
                <a:spcPts val="0"/>
              </a:spcBef>
              <a:spcAft>
                <a:spcPts val="0"/>
              </a:spcAft>
              <a:buClr>
                <a:schemeClr val="dk1"/>
              </a:buClr>
              <a:buSzPts val="1400"/>
              <a:buFont typeface="Bookman Old Style"/>
              <a:buNone/>
              <a:defRPr/>
            </a:lvl4pPr>
            <a:lvl5pPr lvl="4" algn="l">
              <a:spcBef>
                <a:spcPts val="0"/>
              </a:spcBef>
              <a:spcAft>
                <a:spcPts val="0"/>
              </a:spcAft>
              <a:buClr>
                <a:schemeClr val="dk1"/>
              </a:buClr>
              <a:buSzPts val="1400"/>
              <a:buFont typeface="Bookman Old Style"/>
              <a:buNone/>
              <a:defRPr/>
            </a:lvl5pPr>
            <a:lvl6pPr lvl="5" algn="l">
              <a:spcBef>
                <a:spcPts val="0"/>
              </a:spcBef>
              <a:spcAft>
                <a:spcPts val="0"/>
              </a:spcAft>
              <a:buClr>
                <a:schemeClr val="dk1"/>
              </a:buClr>
              <a:buSzPts val="1400"/>
              <a:buFont typeface="Bookman Old Style"/>
              <a:buNone/>
              <a:defRPr/>
            </a:lvl6pPr>
            <a:lvl7pPr lvl="6" algn="l">
              <a:spcBef>
                <a:spcPts val="0"/>
              </a:spcBef>
              <a:spcAft>
                <a:spcPts val="0"/>
              </a:spcAft>
              <a:buClr>
                <a:schemeClr val="dk1"/>
              </a:buClr>
              <a:buSzPts val="1400"/>
              <a:buFont typeface="Bookman Old Style"/>
              <a:buNone/>
              <a:defRPr/>
            </a:lvl7pPr>
            <a:lvl8pPr lvl="7" algn="l">
              <a:spcBef>
                <a:spcPts val="0"/>
              </a:spcBef>
              <a:spcAft>
                <a:spcPts val="0"/>
              </a:spcAft>
              <a:buClr>
                <a:schemeClr val="dk1"/>
              </a:buClr>
              <a:buSzPts val="1400"/>
              <a:buFont typeface="Bookman Old Style"/>
              <a:buNone/>
              <a:defRPr/>
            </a:lvl8pPr>
            <a:lvl9pPr lvl="8" algn="l">
              <a:spcBef>
                <a:spcPts val="0"/>
              </a:spcBef>
              <a:spcAft>
                <a:spcPts val="0"/>
              </a:spcAft>
              <a:buClr>
                <a:schemeClr val="dk1"/>
              </a:buClr>
              <a:buSzPts val="1400"/>
              <a:buFont typeface="Bookman Old Style"/>
              <a:buNone/>
              <a:defRPr/>
            </a:lvl9pPr>
          </a:lstStyle>
          <a:p>
            <a:fld id="{220ACBF1-A94A-4E99-AB2E-65819A707452}" type="datetime2">
              <a:rPr lang="en-US" smtClean="0"/>
              <a:t>Thursday, May 29, 2025</a:t>
            </a:fld>
            <a:endParaRPr/>
          </a:p>
        </p:txBody>
      </p:sp>
      <p:sp>
        <p:nvSpPr>
          <p:cNvPr id="74" name="Google Shape;74;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2060"/>
              </a:buClr>
              <a:buSzPts val="1400"/>
              <a:buFont typeface="Bookman Old Style"/>
              <a:buNone/>
              <a:defRPr/>
            </a:lvl1pPr>
            <a:lvl2pPr lvl="1" algn="l">
              <a:spcBef>
                <a:spcPts val="0"/>
              </a:spcBef>
              <a:spcAft>
                <a:spcPts val="0"/>
              </a:spcAft>
              <a:buClr>
                <a:schemeClr val="dk1"/>
              </a:buClr>
              <a:buSzPts val="1400"/>
              <a:buFont typeface="Bookman Old Style"/>
              <a:buNone/>
              <a:defRPr/>
            </a:lvl2pPr>
            <a:lvl3pPr lvl="2" algn="l">
              <a:spcBef>
                <a:spcPts val="0"/>
              </a:spcBef>
              <a:spcAft>
                <a:spcPts val="0"/>
              </a:spcAft>
              <a:buClr>
                <a:schemeClr val="dk1"/>
              </a:buClr>
              <a:buSzPts val="1400"/>
              <a:buFont typeface="Bookman Old Style"/>
              <a:buNone/>
              <a:defRPr/>
            </a:lvl3pPr>
            <a:lvl4pPr lvl="3" algn="l">
              <a:spcBef>
                <a:spcPts val="0"/>
              </a:spcBef>
              <a:spcAft>
                <a:spcPts val="0"/>
              </a:spcAft>
              <a:buClr>
                <a:schemeClr val="dk1"/>
              </a:buClr>
              <a:buSzPts val="1400"/>
              <a:buFont typeface="Bookman Old Style"/>
              <a:buNone/>
              <a:defRPr/>
            </a:lvl4pPr>
            <a:lvl5pPr lvl="4" algn="l">
              <a:spcBef>
                <a:spcPts val="0"/>
              </a:spcBef>
              <a:spcAft>
                <a:spcPts val="0"/>
              </a:spcAft>
              <a:buClr>
                <a:schemeClr val="dk1"/>
              </a:buClr>
              <a:buSzPts val="1400"/>
              <a:buFont typeface="Bookman Old Style"/>
              <a:buNone/>
              <a:defRPr/>
            </a:lvl5pPr>
            <a:lvl6pPr lvl="5" algn="l">
              <a:spcBef>
                <a:spcPts val="0"/>
              </a:spcBef>
              <a:spcAft>
                <a:spcPts val="0"/>
              </a:spcAft>
              <a:buClr>
                <a:schemeClr val="dk1"/>
              </a:buClr>
              <a:buSzPts val="1400"/>
              <a:buFont typeface="Bookman Old Style"/>
              <a:buNone/>
              <a:defRPr/>
            </a:lvl6pPr>
            <a:lvl7pPr lvl="6" algn="l">
              <a:spcBef>
                <a:spcPts val="0"/>
              </a:spcBef>
              <a:spcAft>
                <a:spcPts val="0"/>
              </a:spcAft>
              <a:buClr>
                <a:schemeClr val="dk1"/>
              </a:buClr>
              <a:buSzPts val="1400"/>
              <a:buFont typeface="Bookman Old Style"/>
              <a:buNone/>
              <a:defRPr/>
            </a:lvl7pPr>
            <a:lvl8pPr lvl="7" algn="l">
              <a:spcBef>
                <a:spcPts val="0"/>
              </a:spcBef>
              <a:spcAft>
                <a:spcPts val="0"/>
              </a:spcAft>
              <a:buClr>
                <a:schemeClr val="dk1"/>
              </a:buClr>
              <a:buSzPts val="1400"/>
              <a:buFont typeface="Bookman Old Style"/>
              <a:buNone/>
              <a:defRPr/>
            </a:lvl8pPr>
            <a:lvl9pPr lvl="8" algn="l">
              <a:spcBef>
                <a:spcPts val="0"/>
              </a:spcBef>
              <a:spcAft>
                <a:spcPts val="0"/>
              </a:spcAft>
              <a:buClr>
                <a:schemeClr val="dk1"/>
              </a:buClr>
              <a:buSzPts val="1400"/>
              <a:buFont typeface="Bookman Old Style"/>
              <a:buNone/>
              <a:defRPr/>
            </a:lvl9pPr>
          </a:lstStyle>
          <a:p>
            <a:r>
              <a:rPr lang="en-IN"/>
              <a:t>© BVRIT CSE(AIML)</a:t>
            </a:r>
            <a:endParaRPr/>
          </a:p>
        </p:txBody>
      </p:sp>
      <p:sp>
        <p:nvSpPr>
          <p:cNvPr id="75" name="Google Shape;75;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1pPr>
            <a:lvl2pPr marL="0" marR="0" lvl="1"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2pPr>
            <a:lvl3pPr marL="0" marR="0" lvl="2"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3pPr>
            <a:lvl4pPr marL="0" marR="0" lvl="3"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4pPr>
            <a:lvl5pPr marL="0" marR="0" lvl="4"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5pPr>
            <a:lvl6pPr marL="0" marR="0" lvl="5"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6pPr>
            <a:lvl7pPr marL="0" marR="0" lvl="6"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7pPr>
            <a:lvl8pPr marL="0" marR="0" lvl="7"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8pPr>
            <a:lvl9pPr marL="0" marR="0" lvl="8"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7808125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76"/>
        <p:cNvGrpSpPr/>
        <p:nvPr/>
      </p:nvGrpSpPr>
      <p:grpSpPr>
        <a:xfrm>
          <a:off x="0" y="0"/>
          <a:ext cx="0" cy="0"/>
          <a:chOff x="0" y="0"/>
          <a:chExt cx="0" cy="0"/>
        </a:xfrm>
      </p:grpSpPr>
      <p:sp>
        <p:nvSpPr>
          <p:cNvPr id="77" name="Google Shape;77;p1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SzPts val="1400"/>
              <a:buNone/>
              <a:defRPr sz="4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78" name="Google Shape;78;p1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chemeClr val="dk1"/>
              </a:buClr>
              <a:buSzPts val="2400"/>
              <a:buNone/>
              <a:defRPr sz="2400">
                <a:solidFill>
                  <a:schemeClr val="dk1"/>
                </a:solidFill>
              </a:defRPr>
            </a:lvl1pPr>
            <a:lvl2pPr marL="914400" lvl="1" indent="-228600" algn="just">
              <a:lnSpc>
                <a:spcPct val="90000"/>
              </a:lnSpc>
              <a:spcBef>
                <a:spcPts val="500"/>
              </a:spcBef>
              <a:spcAft>
                <a:spcPts val="0"/>
              </a:spcAft>
              <a:buClr>
                <a:srgbClr val="888888"/>
              </a:buClr>
              <a:buSzPts val="2000"/>
              <a:buNone/>
              <a:defRPr sz="2000">
                <a:solidFill>
                  <a:srgbClr val="888888"/>
                </a:solidFill>
              </a:defRPr>
            </a:lvl2pPr>
            <a:lvl3pPr marL="1371600" lvl="2" indent="-228600" algn="just">
              <a:lnSpc>
                <a:spcPct val="90000"/>
              </a:lnSpc>
              <a:spcBef>
                <a:spcPts val="500"/>
              </a:spcBef>
              <a:spcAft>
                <a:spcPts val="0"/>
              </a:spcAft>
              <a:buClr>
                <a:srgbClr val="888888"/>
              </a:buClr>
              <a:buSzPts val="1800"/>
              <a:buNone/>
              <a:defRPr sz="1800">
                <a:solidFill>
                  <a:srgbClr val="888888"/>
                </a:solidFill>
              </a:defRPr>
            </a:lvl3pPr>
            <a:lvl4pPr marL="1828800" lvl="3" indent="-228600" algn="just">
              <a:lnSpc>
                <a:spcPct val="90000"/>
              </a:lnSpc>
              <a:spcBef>
                <a:spcPts val="500"/>
              </a:spcBef>
              <a:spcAft>
                <a:spcPts val="0"/>
              </a:spcAft>
              <a:buClr>
                <a:srgbClr val="888888"/>
              </a:buClr>
              <a:buSzPts val="1600"/>
              <a:buNone/>
              <a:defRPr sz="1600">
                <a:solidFill>
                  <a:srgbClr val="888888"/>
                </a:solidFill>
              </a:defRPr>
            </a:lvl4pPr>
            <a:lvl5pPr marL="2286000" lvl="4" indent="-228600" algn="just">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79" name="Google Shape;7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2060"/>
              </a:buClr>
              <a:buSzPts val="1400"/>
              <a:buFont typeface="Bookman Old Style"/>
              <a:buNone/>
              <a:defRPr/>
            </a:lvl1pPr>
            <a:lvl2pPr lvl="1" algn="l">
              <a:spcBef>
                <a:spcPts val="0"/>
              </a:spcBef>
              <a:spcAft>
                <a:spcPts val="0"/>
              </a:spcAft>
              <a:buClr>
                <a:schemeClr val="dk1"/>
              </a:buClr>
              <a:buSzPts val="1400"/>
              <a:buFont typeface="Bookman Old Style"/>
              <a:buNone/>
              <a:defRPr/>
            </a:lvl2pPr>
            <a:lvl3pPr lvl="2" algn="l">
              <a:spcBef>
                <a:spcPts val="0"/>
              </a:spcBef>
              <a:spcAft>
                <a:spcPts val="0"/>
              </a:spcAft>
              <a:buClr>
                <a:schemeClr val="dk1"/>
              </a:buClr>
              <a:buSzPts val="1400"/>
              <a:buFont typeface="Bookman Old Style"/>
              <a:buNone/>
              <a:defRPr/>
            </a:lvl3pPr>
            <a:lvl4pPr lvl="3" algn="l">
              <a:spcBef>
                <a:spcPts val="0"/>
              </a:spcBef>
              <a:spcAft>
                <a:spcPts val="0"/>
              </a:spcAft>
              <a:buClr>
                <a:schemeClr val="dk1"/>
              </a:buClr>
              <a:buSzPts val="1400"/>
              <a:buFont typeface="Bookman Old Style"/>
              <a:buNone/>
              <a:defRPr/>
            </a:lvl4pPr>
            <a:lvl5pPr lvl="4" algn="l">
              <a:spcBef>
                <a:spcPts val="0"/>
              </a:spcBef>
              <a:spcAft>
                <a:spcPts val="0"/>
              </a:spcAft>
              <a:buClr>
                <a:schemeClr val="dk1"/>
              </a:buClr>
              <a:buSzPts val="1400"/>
              <a:buFont typeface="Bookman Old Style"/>
              <a:buNone/>
              <a:defRPr/>
            </a:lvl5pPr>
            <a:lvl6pPr lvl="5" algn="l">
              <a:spcBef>
                <a:spcPts val="0"/>
              </a:spcBef>
              <a:spcAft>
                <a:spcPts val="0"/>
              </a:spcAft>
              <a:buClr>
                <a:schemeClr val="dk1"/>
              </a:buClr>
              <a:buSzPts val="1400"/>
              <a:buFont typeface="Bookman Old Style"/>
              <a:buNone/>
              <a:defRPr/>
            </a:lvl6pPr>
            <a:lvl7pPr lvl="6" algn="l">
              <a:spcBef>
                <a:spcPts val="0"/>
              </a:spcBef>
              <a:spcAft>
                <a:spcPts val="0"/>
              </a:spcAft>
              <a:buClr>
                <a:schemeClr val="dk1"/>
              </a:buClr>
              <a:buSzPts val="1400"/>
              <a:buFont typeface="Bookman Old Style"/>
              <a:buNone/>
              <a:defRPr/>
            </a:lvl7pPr>
            <a:lvl8pPr lvl="7" algn="l">
              <a:spcBef>
                <a:spcPts val="0"/>
              </a:spcBef>
              <a:spcAft>
                <a:spcPts val="0"/>
              </a:spcAft>
              <a:buClr>
                <a:schemeClr val="dk1"/>
              </a:buClr>
              <a:buSzPts val="1400"/>
              <a:buFont typeface="Bookman Old Style"/>
              <a:buNone/>
              <a:defRPr/>
            </a:lvl8pPr>
            <a:lvl9pPr lvl="8" algn="l">
              <a:spcBef>
                <a:spcPts val="0"/>
              </a:spcBef>
              <a:spcAft>
                <a:spcPts val="0"/>
              </a:spcAft>
              <a:buClr>
                <a:schemeClr val="dk1"/>
              </a:buClr>
              <a:buSzPts val="1400"/>
              <a:buFont typeface="Bookman Old Style"/>
              <a:buNone/>
              <a:defRPr/>
            </a:lvl9pPr>
          </a:lstStyle>
          <a:p>
            <a:fld id="{25DD365A-22E7-4E4A-8D62-299800B44B89}" type="datetime2">
              <a:rPr lang="en-US" smtClean="0"/>
              <a:t>Thursday, May 29, 2025</a:t>
            </a:fld>
            <a:endParaRPr/>
          </a:p>
        </p:txBody>
      </p:sp>
      <p:sp>
        <p:nvSpPr>
          <p:cNvPr id="80" name="Google Shape;8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2060"/>
              </a:buClr>
              <a:buSzPts val="1400"/>
              <a:buFont typeface="Bookman Old Style"/>
              <a:buNone/>
              <a:defRPr/>
            </a:lvl1pPr>
            <a:lvl2pPr lvl="1" algn="l">
              <a:spcBef>
                <a:spcPts val="0"/>
              </a:spcBef>
              <a:spcAft>
                <a:spcPts val="0"/>
              </a:spcAft>
              <a:buClr>
                <a:schemeClr val="dk1"/>
              </a:buClr>
              <a:buSzPts val="1400"/>
              <a:buFont typeface="Bookman Old Style"/>
              <a:buNone/>
              <a:defRPr/>
            </a:lvl2pPr>
            <a:lvl3pPr lvl="2" algn="l">
              <a:spcBef>
                <a:spcPts val="0"/>
              </a:spcBef>
              <a:spcAft>
                <a:spcPts val="0"/>
              </a:spcAft>
              <a:buClr>
                <a:schemeClr val="dk1"/>
              </a:buClr>
              <a:buSzPts val="1400"/>
              <a:buFont typeface="Bookman Old Style"/>
              <a:buNone/>
              <a:defRPr/>
            </a:lvl3pPr>
            <a:lvl4pPr lvl="3" algn="l">
              <a:spcBef>
                <a:spcPts val="0"/>
              </a:spcBef>
              <a:spcAft>
                <a:spcPts val="0"/>
              </a:spcAft>
              <a:buClr>
                <a:schemeClr val="dk1"/>
              </a:buClr>
              <a:buSzPts val="1400"/>
              <a:buFont typeface="Bookman Old Style"/>
              <a:buNone/>
              <a:defRPr/>
            </a:lvl4pPr>
            <a:lvl5pPr lvl="4" algn="l">
              <a:spcBef>
                <a:spcPts val="0"/>
              </a:spcBef>
              <a:spcAft>
                <a:spcPts val="0"/>
              </a:spcAft>
              <a:buClr>
                <a:schemeClr val="dk1"/>
              </a:buClr>
              <a:buSzPts val="1400"/>
              <a:buFont typeface="Bookman Old Style"/>
              <a:buNone/>
              <a:defRPr/>
            </a:lvl5pPr>
            <a:lvl6pPr lvl="5" algn="l">
              <a:spcBef>
                <a:spcPts val="0"/>
              </a:spcBef>
              <a:spcAft>
                <a:spcPts val="0"/>
              </a:spcAft>
              <a:buClr>
                <a:schemeClr val="dk1"/>
              </a:buClr>
              <a:buSzPts val="1400"/>
              <a:buFont typeface="Bookman Old Style"/>
              <a:buNone/>
              <a:defRPr/>
            </a:lvl6pPr>
            <a:lvl7pPr lvl="6" algn="l">
              <a:spcBef>
                <a:spcPts val="0"/>
              </a:spcBef>
              <a:spcAft>
                <a:spcPts val="0"/>
              </a:spcAft>
              <a:buClr>
                <a:schemeClr val="dk1"/>
              </a:buClr>
              <a:buSzPts val="1400"/>
              <a:buFont typeface="Bookman Old Style"/>
              <a:buNone/>
              <a:defRPr/>
            </a:lvl7pPr>
            <a:lvl8pPr lvl="7" algn="l">
              <a:spcBef>
                <a:spcPts val="0"/>
              </a:spcBef>
              <a:spcAft>
                <a:spcPts val="0"/>
              </a:spcAft>
              <a:buClr>
                <a:schemeClr val="dk1"/>
              </a:buClr>
              <a:buSzPts val="1400"/>
              <a:buFont typeface="Bookman Old Style"/>
              <a:buNone/>
              <a:defRPr/>
            </a:lvl8pPr>
            <a:lvl9pPr lvl="8" algn="l">
              <a:spcBef>
                <a:spcPts val="0"/>
              </a:spcBef>
              <a:spcAft>
                <a:spcPts val="0"/>
              </a:spcAft>
              <a:buClr>
                <a:schemeClr val="dk1"/>
              </a:buClr>
              <a:buSzPts val="1400"/>
              <a:buFont typeface="Bookman Old Style"/>
              <a:buNone/>
              <a:defRPr/>
            </a:lvl9pPr>
          </a:lstStyle>
          <a:p>
            <a:r>
              <a:rPr lang="en-IN"/>
              <a:t>© BVRIT CSE(AIML)</a:t>
            </a:r>
            <a:endParaRPr/>
          </a:p>
        </p:txBody>
      </p:sp>
      <p:sp>
        <p:nvSpPr>
          <p:cNvPr id="81" name="Google Shape;8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1pPr>
            <a:lvl2pPr marL="0" marR="0" lvl="1"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2pPr>
            <a:lvl3pPr marL="0" marR="0" lvl="2"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3pPr>
            <a:lvl4pPr marL="0" marR="0" lvl="3"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4pPr>
            <a:lvl5pPr marL="0" marR="0" lvl="4"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5pPr>
            <a:lvl6pPr marL="0" marR="0" lvl="5"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6pPr>
            <a:lvl7pPr marL="0" marR="0" lvl="6"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7pPr>
            <a:lvl8pPr marL="0" marR="0" lvl="7"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8pPr>
            <a:lvl9pPr marL="0" marR="0" lvl="8"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353083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82"/>
        <p:cNvGrpSpPr/>
        <p:nvPr/>
      </p:nvGrpSpPr>
      <p:grpSpPr>
        <a:xfrm>
          <a:off x="0" y="0"/>
          <a:ext cx="0" cy="0"/>
          <a:chOff x="0" y="0"/>
          <a:chExt cx="0" cy="0"/>
        </a:xfrm>
      </p:grpSpPr>
      <p:grpSp>
        <p:nvGrpSpPr>
          <p:cNvPr id="83" name="Google Shape;83;p11"/>
          <p:cNvGrpSpPr/>
          <p:nvPr/>
        </p:nvGrpSpPr>
        <p:grpSpPr>
          <a:xfrm>
            <a:off x="7240588" y="6302375"/>
            <a:ext cx="4489450" cy="0"/>
            <a:chOff x="7230414" y="6467118"/>
            <a:chExt cx="4489361" cy="0"/>
          </a:xfrm>
        </p:grpSpPr>
        <p:cxnSp>
          <p:nvCxnSpPr>
            <p:cNvPr id="84" name="Google Shape;84;p11"/>
            <p:cNvCxnSpPr/>
            <p:nvPr/>
          </p:nvCxnSpPr>
          <p:spPr>
            <a:xfrm>
              <a:off x="10238666" y="6467118"/>
              <a:ext cx="1481109" cy="0"/>
            </a:xfrm>
            <a:prstGeom prst="straightConnector1">
              <a:avLst/>
            </a:prstGeom>
            <a:noFill/>
            <a:ln w="28575" cap="flat" cmpd="sng">
              <a:solidFill>
                <a:srgbClr val="A4238F"/>
              </a:solidFill>
              <a:prstDash val="solid"/>
              <a:miter lim="800000"/>
              <a:headEnd type="none" w="sm" len="sm"/>
              <a:tailEnd type="none" w="sm" len="sm"/>
            </a:ln>
          </p:spPr>
        </p:cxnSp>
        <p:cxnSp>
          <p:nvCxnSpPr>
            <p:cNvPr id="85" name="Google Shape;85;p11"/>
            <p:cNvCxnSpPr/>
            <p:nvPr/>
          </p:nvCxnSpPr>
          <p:spPr>
            <a:xfrm>
              <a:off x="8686122" y="6467118"/>
              <a:ext cx="1539844" cy="0"/>
            </a:xfrm>
            <a:prstGeom prst="straightConnector1">
              <a:avLst/>
            </a:prstGeom>
            <a:noFill/>
            <a:ln w="28575" cap="flat" cmpd="sng">
              <a:solidFill>
                <a:srgbClr val="A7CE39"/>
              </a:solidFill>
              <a:prstDash val="solid"/>
              <a:miter lim="800000"/>
              <a:headEnd type="none" w="sm" len="sm"/>
              <a:tailEnd type="none" w="sm" len="sm"/>
            </a:ln>
          </p:spPr>
        </p:cxnSp>
        <p:cxnSp>
          <p:nvCxnSpPr>
            <p:cNvPr id="86" name="Google Shape;86;p11"/>
            <p:cNvCxnSpPr/>
            <p:nvPr/>
          </p:nvCxnSpPr>
          <p:spPr>
            <a:xfrm>
              <a:off x="7230414" y="6467118"/>
              <a:ext cx="1538257" cy="0"/>
            </a:xfrm>
            <a:prstGeom prst="straightConnector1">
              <a:avLst/>
            </a:prstGeom>
            <a:noFill/>
            <a:ln w="28575" cap="flat" cmpd="sng">
              <a:solidFill>
                <a:srgbClr val="F58221"/>
              </a:solidFill>
              <a:prstDash val="solid"/>
              <a:miter lim="800000"/>
              <a:headEnd type="none" w="sm" len="sm"/>
              <a:tailEnd type="none" w="sm" len="sm"/>
            </a:ln>
          </p:spPr>
        </p:cxnSp>
      </p:grpSp>
      <p:cxnSp>
        <p:nvCxnSpPr>
          <p:cNvPr id="87" name="Google Shape;87;p11"/>
          <p:cNvCxnSpPr/>
          <p:nvPr/>
        </p:nvCxnSpPr>
        <p:spPr>
          <a:xfrm rot="10800000" flipH="1">
            <a:off x="119063" y="895350"/>
            <a:ext cx="4351337" cy="25400"/>
          </a:xfrm>
          <a:prstGeom prst="straightConnector1">
            <a:avLst/>
          </a:prstGeom>
          <a:noFill/>
          <a:ln w="57150" cap="flat" cmpd="sng">
            <a:solidFill>
              <a:srgbClr val="002060"/>
            </a:solidFill>
            <a:prstDash val="solid"/>
            <a:miter lim="800000"/>
            <a:headEnd type="none" w="sm" len="sm"/>
            <a:tailEnd type="none" w="sm" len="sm"/>
          </a:ln>
        </p:spPr>
      </p:cxnSp>
      <p:pic>
        <p:nvPicPr>
          <p:cNvPr id="88" name="Google Shape;88;p11"/>
          <p:cNvPicPr preferRelativeResize="0"/>
          <p:nvPr/>
        </p:nvPicPr>
        <p:blipFill rotWithShape="1">
          <a:blip r:embed="rId2">
            <a:alphaModFix/>
          </a:blip>
          <a:srcRect/>
          <a:stretch/>
        </p:blipFill>
        <p:spPr>
          <a:xfrm>
            <a:off x="255588" y="138113"/>
            <a:ext cx="827087" cy="611187"/>
          </a:xfrm>
          <a:prstGeom prst="rect">
            <a:avLst/>
          </a:prstGeom>
          <a:noFill/>
          <a:ln>
            <a:noFill/>
          </a:ln>
        </p:spPr>
      </p:pic>
      <p:pic>
        <p:nvPicPr>
          <p:cNvPr id="89" name="Google Shape;89;p11"/>
          <p:cNvPicPr preferRelativeResize="0"/>
          <p:nvPr/>
        </p:nvPicPr>
        <p:blipFill rotWithShape="1">
          <a:blip r:embed="rId3">
            <a:alphaModFix/>
          </a:blip>
          <a:srcRect/>
          <a:stretch/>
        </p:blipFill>
        <p:spPr>
          <a:xfrm>
            <a:off x="10990263" y="138113"/>
            <a:ext cx="1000125" cy="560387"/>
          </a:xfrm>
          <a:prstGeom prst="rect">
            <a:avLst/>
          </a:prstGeom>
          <a:noFill/>
          <a:ln>
            <a:noFill/>
          </a:ln>
        </p:spPr>
      </p:pic>
      <p:sp>
        <p:nvSpPr>
          <p:cNvPr id="90" name="Google Shape;90;p11"/>
          <p:cNvSpPr txBox="1">
            <a:spLocks noGrp="1"/>
          </p:cNvSpPr>
          <p:nvPr>
            <p:ph type="title"/>
          </p:nvPr>
        </p:nvSpPr>
        <p:spPr>
          <a:xfrm>
            <a:off x="1128713" y="138113"/>
            <a:ext cx="9767887" cy="5953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a:endParaRPr/>
          </a:p>
        </p:txBody>
      </p:sp>
      <p:sp>
        <p:nvSpPr>
          <p:cNvPr id="91" name="Google Shape;91;p11"/>
          <p:cNvSpPr txBox="1">
            <a:spLocks noGrp="1"/>
          </p:cNvSpPr>
          <p:nvPr>
            <p:ph type="body" idx="1"/>
          </p:nvPr>
        </p:nvSpPr>
        <p:spPr>
          <a:xfrm>
            <a:off x="838200" y="1050925"/>
            <a:ext cx="5181600" cy="4351338"/>
          </a:xfrm>
          <a:prstGeom prst="rect">
            <a:avLst/>
          </a:prstGeom>
          <a:noFill/>
          <a:ln>
            <a:noFill/>
          </a:ln>
        </p:spPr>
        <p:txBody>
          <a:bodyPr spcFirstLastPara="1" wrap="square" lIns="91425" tIns="45700" rIns="91425" bIns="45700" anchor="t" anchorCtr="0">
            <a:noAutofit/>
          </a:bodyPr>
          <a:lstStyle>
            <a:lvl1pPr marL="457200" lvl="0" indent="-342900" algn="just">
              <a:lnSpc>
                <a:spcPct val="90000"/>
              </a:lnSpc>
              <a:spcBef>
                <a:spcPts val="1000"/>
              </a:spcBef>
              <a:spcAft>
                <a:spcPts val="0"/>
              </a:spcAft>
              <a:buClr>
                <a:schemeClr val="dk1"/>
              </a:buClr>
              <a:buSzPts val="1800"/>
              <a:buChar char="•"/>
              <a:defRPr/>
            </a:lvl1pPr>
            <a:lvl2pPr marL="914400" lvl="1" indent="-342900" algn="just">
              <a:lnSpc>
                <a:spcPct val="90000"/>
              </a:lnSpc>
              <a:spcBef>
                <a:spcPts val="500"/>
              </a:spcBef>
              <a:spcAft>
                <a:spcPts val="0"/>
              </a:spcAft>
              <a:buClr>
                <a:schemeClr val="dk1"/>
              </a:buClr>
              <a:buSzPts val="1800"/>
              <a:buChar char="•"/>
              <a:defRPr/>
            </a:lvl2pPr>
            <a:lvl3pPr marL="1371600" lvl="2" indent="-342900" algn="just">
              <a:lnSpc>
                <a:spcPct val="90000"/>
              </a:lnSpc>
              <a:spcBef>
                <a:spcPts val="500"/>
              </a:spcBef>
              <a:spcAft>
                <a:spcPts val="0"/>
              </a:spcAft>
              <a:buClr>
                <a:schemeClr val="dk1"/>
              </a:buClr>
              <a:buSzPts val="1800"/>
              <a:buChar char="•"/>
              <a:defRPr/>
            </a:lvl3pPr>
            <a:lvl4pPr marL="1828800" lvl="3" indent="-342900" algn="just">
              <a:lnSpc>
                <a:spcPct val="90000"/>
              </a:lnSpc>
              <a:spcBef>
                <a:spcPts val="500"/>
              </a:spcBef>
              <a:spcAft>
                <a:spcPts val="0"/>
              </a:spcAft>
              <a:buClr>
                <a:schemeClr val="dk1"/>
              </a:buClr>
              <a:buSzPts val="1800"/>
              <a:buChar char="•"/>
              <a:defRPr/>
            </a:lvl4pPr>
            <a:lvl5pPr marL="2286000" lvl="4" indent="-342900" algn="just">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11"/>
          <p:cNvSpPr txBox="1">
            <a:spLocks noGrp="1"/>
          </p:cNvSpPr>
          <p:nvPr>
            <p:ph type="body" idx="2"/>
          </p:nvPr>
        </p:nvSpPr>
        <p:spPr>
          <a:xfrm>
            <a:off x="6172200" y="1050925"/>
            <a:ext cx="5181600" cy="4351338"/>
          </a:xfrm>
          <a:prstGeom prst="rect">
            <a:avLst/>
          </a:prstGeom>
          <a:noFill/>
          <a:ln>
            <a:noFill/>
          </a:ln>
        </p:spPr>
        <p:txBody>
          <a:bodyPr spcFirstLastPara="1" wrap="square" lIns="91425" tIns="45700" rIns="91425" bIns="45700" anchor="t" anchorCtr="0">
            <a:noAutofit/>
          </a:bodyPr>
          <a:lstStyle>
            <a:lvl1pPr marL="457200" lvl="0" indent="-342900" algn="just">
              <a:lnSpc>
                <a:spcPct val="90000"/>
              </a:lnSpc>
              <a:spcBef>
                <a:spcPts val="1000"/>
              </a:spcBef>
              <a:spcAft>
                <a:spcPts val="0"/>
              </a:spcAft>
              <a:buClr>
                <a:schemeClr val="dk1"/>
              </a:buClr>
              <a:buSzPts val="1800"/>
              <a:buChar char="•"/>
              <a:defRPr/>
            </a:lvl1pPr>
            <a:lvl2pPr marL="914400" lvl="1" indent="-342900" algn="just">
              <a:lnSpc>
                <a:spcPct val="90000"/>
              </a:lnSpc>
              <a:spcBef>
                <a:spcPts val="500"/>
              </a:spcBef>
              <a:spcAft>
                <a:spcPts val="0"/>
              </a:spcAft>
              <a:buClr>
                <a:schemeClr val="dk1"/>
              </a:buClr>
              <a:buSzPts val="1800"/>
              <a:buChar char="•"/>
              <a:defRPr/>
            </a:lvl2pPr>
            <a:lvl3pPr marL="1371600" lvl="2" indent="-342900" algn="just">
              <a:lnSpc>
                <a:spcPct val="90000"/>
              </a:lnSpc>
              <a:spcBef>
                <a:spcPts val="500"/>
              </a:spcBef>
              <a:spcAft>
                <a:spcPts val="0"/>
              </a:spcAft>
              <a:buClr>
                <a:schemeClr val="dk1"/>
              </a:buClr>
              <a:buSzPts val="1800"/>
              <a:buChar char="•"/>
              <a:defRPr/>
            </a:lvl3pPr>
            <a:lvl4pPr marL="1828800" lvl="3" indent="-342900" algn="just">
              <a:lnSpc>
                <a:spcPct val="90000"/>
              </a:lnSpc>
              <a:spcBef>
                <a:spcPts val="500"/>
              </a:spcBef>
              <a:spcAft>
                <a:spcPts val="0"/>
              </a:spcAft>
              <a:buClr>
                <a:schemeClr val="dk1"/>
              </a:buClr>
              <a:buSzPts val="1800"/>
              <a:buChar char="•"/>
              <a:defRPr/>
            </a:lvl4pPr>
            <a:lvl5pPr marL="2286000" lvl="4" indent="-342900" algn="just">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2060"/>
              </a:buClr>
              <a:buSzPts val="1400"/>
              <a:buFont typeface="Bookman Old Style"/>
              <a:buNone/>
              <a:defRPr/>
            </a:lvl1pPr>
            <a:lvl2pPr lvl="1" algn="l">
              <a:spcBef>
                <a:spcPts val="0"/>
              </a:spcBef>
              <a:spcAft>
                <a:spcPts val="0"/>
              </a:spcAft>
              <a:buClr>
                <a:schemeClr val="dk1"/>
              </a:buClr>
              <a:buSzPts val="1400"/>
              <a:buFont typeface="Bookman Old Style"/>
              <a:buNone/>
              <a:defRPr/>
            </a:lvl2pPr>
            <a:lvl3pPr lvl="2" algn="l">
              <a:spcBef>
                <a:spcPts val="0"/>
              </a:spcBef>
              <a:spcAft>
                <a:spcPts val="0"/>
              </a:spcAft>
              <a:buClr>
                <a:schemeClr val="dk1"/>
              </a:buClr>
              <a:buSzPts val="1400"/>
              <a:buFont typeface="Bookman Old Style"/>
              <a:buNone/>
              <a:defRPr/>
            </a:lvl3pPr>
            <a:lvl4pPr lvl="3" algn="l">
              <a:spcBef>
                <a:spcPts val="0"/>
              </a:spcBef>
              <a:spcAft>
                <a:spcPts val="0"/>
              </a:spcAft>
              <a:buClr>
                <a:schemeClr val="dk1"/>
              </a:buClr>
              <a:buSzPts val="1400"/>
              <a:buFont typeface="Bookman Old Style"/>
              <a:buNone/>
              <a:defRPr/>
            </a:lvl4pPr>
            <a:lvl5pPr lvl="4" algn="l">
              <a:spcBef>
                <a:spcPts val="0"/>
              </a:spcBef>
              <a:spcAft>
                <a:spcPts val="0"/>
              </a:spcAft>
              <a:buClr>
                <a:schemeClr val="dk1"/>
              </a:buClr>
              <a:buSzPts val="1400"/>
              <a:buFont typeface="Bookman Old Style"/>
              <a:buNone/>
              <a:defRPr/>
            </a:lvl5pPr>
            <a:lvl6pPr lvl="5" algn="l">
              <a:spcBef>
                <a:spcPts val="0"/>
              </a:spcBef>
              <a:spcAft>
                <a:spcPts val="0"/>
              </a:spcAft>
              <a:buClr>
                <a:schemeClr val="dk1"/>
              </a:buClr>
              <a:buSzPts val="1400"/>
              <a:buFont typeface="Bookman Old Style"/>
              <a:buNone/>
              <a:defRPr/>
            </a:lvl6pPr>
            <a:lvl7pPr lvl="6" algn="l">
              <a:spcBef>
                <a:spcPts val="0"/>
              </a:spcBef>
              <a:spcAft>
                <a:spcPts val="0"/>
              </a:spcAft>
              <a:buClr>
                <a:schemeClr val="dk1"/>
              </a:buClr>
              <a:buSzPts val="1400"/>
              <a:buFont typeface="Bookman Old Style"/>
              <a:buNone/>
              <a:defRPr/>
            </a:lvl7pPr>
            <a:lvl8pPr lvl="7" algn="l">
              <a:spcBef>
                <a:spcPts val="0"/>
              </a:spcBef>
              <a:spcAft>
                <a:spcPts val="0"/>
              </a:spcAft>
              <a:buClr>
                <a:schemeClr val="dk1"/>
              </a:buClr>
              <a:buSzPts val="1400"/>
              <a:buFont typeface="Bookman Old Style"/>
              <a:buNone/>
              <a:defRPr/>
            </a:lvl8pPr>
            <a:lvl9pPr lvl="8" algn="l">
              <a:spcBef>
                <a:spcPts val="0"/>
              </a:spcBef>
              <a:spcAft>
                <a:spcPts val="0"/>
              </a:spcAft>
              <a:buClr>
                <a:schemeClr val="dk1"/>
              </a:buClr>
              <a:buSzPts val="1400"/>
              <a:buFont typeface="Bookman Old Style"/>
              <a:buNone/>
              <a:defRPr/>
            </a:lvl9pPr>
          </a:lstStyle>
          <a:p>
            <a:fld id="{D1410CC5-8844-46E3-9694-76CB255FC42B}" type="datetime2">
              <a:rPr lang="en-US" smtClean="0"/>
              <a:t>Thursday, May 29, 2025</a:t>
            </a:fld>
            <a:endParaRPr/>
          </a:p>
        </p:txBody>
      </p:sp>
      <p:sp>
        <p:nvSpPr>
          <p:cNvPr id="94" name="Google Shape;9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2060"/>
              </a:buClr>
              <a:buSzPts val="1400"/>
              <a:buFont typeface="Bookman Old Style"/>
              <a:buNone/>
              <a:defRPr/>
            </a:lvl1pPr>
            <a:lvl2pPr lvl="1" algn="l">
              <a:spcBef>
                <a:spcPts val="0"/>
              </a:spcBef>
              <a:spcAft>
                <a:spcPts val="0"/>
              </a:spcAft>
              <a:buClr>
                <a:schemeClr val="dk1"/>
              </a:buClr>
              <a:buSzPts val="1400"/>
              <a:buFont typeface="Bookman Old Style"/>
              <a:buNone/>
              <a:defRPr/>
            </a:lvl2pPr>
            <a:lvl3pPr lvl="2" algn="l">
              <a:spcBef>
                <a:spcPts val="0"/>
              </a:spcBef>
              <a:spcAft>
                <a:spcPts val="0"/>
              </a:spcAft>
              <a:buClr>
                <a:schemeClr val="dk1"/>
              </a:buClr>
              <a:buSzPts val="1400"/>
              <a:buFont typeface="Bookman Old Style"/>
              <a:buNone/>
              <a:defRPr/>
            </a:lvl3pPr>
            <a:lvl4pPr lvl="3" algn="l">
              <a:spcBef>
                <a:spcPts val="0"/>
              </a:spcBef>
              <a:spcAft>
                <a:spcPts val="0"/>
              </a:spcAft>
              <a:buClr>
                <a:schemeClr val="dk1"/>
              </a:buClr>
              <a:buSzPts val="1400"/>
              <a:buFont typeface="Bookman Old Style"/>
              <a:buNone/>
              <a:defRPr/>
            </a:lvl4pPr>
            <a:lvl5pPr lvl="4" algn="l">
              <a:spcBef>
                <a:spcPts val="0"/>
              </a:spcBef>
              <a:spcAft>
                <a:spcPts val="0"/>
              </a:spcAft>
              <a:buClr>
                <a:schemeClr val="dk1"/>
              </a:buClr>
              <a:buSzPts val="1400"/>
              <a:buFont typeface="Bookman Old Style"/>
              <a:buNone/>
              <a:defRPr/>
            </a:lvl5pPr>
            <a:lvl6pPr lvl="5" algn="l">
              <a:spcBef>
                <a:spcPts val="0"/>
              </a:spcBef>
              <a:spcAft>
                <a:spcPts val="0"/>
              </a:spcAft>
              <a:buClr>
                <a:schemeClr val="dk1"/>
              </a:buClr>
              <a:buSzPts val="1400"/>
              <a:buFont typeface="Bookman Old Style"/>
              <a:buNone/>
              <a:defRPr/>
            </a:lvl6pPr>
            <a:lvl7pPr lvl="6" algn="l">
              <a:spcBef>
                <a:spcPts val="0"/>
              </a:spcBef>
              <a:spcAft>
                <a:spcPts val="0"/>
              </a:spcAft>
              <a:buClr>
                <a:schemeClr val="dk1"/>
              </a:buClr>
              <a:buSzPts val="1400"/>
              <a:buFont typeface="Bookman Old Style"/>
              <a:buNone/>
              <a:defRPr/>
            </a:lvl7pPr>
            <a:lvl8pPr lvl="7" algn="l">
              <a:spcBef>
                <a:spcPts val="0"/>
              </a:spcBef>
              <a:spcAft>
                <a:spcPts val="0"/>
              </a:spcAft>
              <a:buClr>
                <a:schemeClr val="dk1"/>
              </a:buClr>
              <a:buSzPts val="1400"/>
              <a:buFont typeface="Bookman Old Style"/>
              <a:buNone/>
              <a:defRPr/>
            </a:lvl8pPr>
            <a:lvl9pPr lvl="8" algn="l">
              <a:spcBef>
                <a:spcPts val="0"/>
              </a:spcBef>
              <a:spcAft>
                <a:spcPts val="0"/>
              </a:spcAft>
              <a:buClr>
                <a:schemeClr val="dk1"/>
              </a:buClr>
              <a:buSzPts val="1400"/>
              <a:buFont typeface="Bookman Old Style"/>
              <a:buNone/>
              <a:defRPr/>
            </a:lvl9pPr>
          </a:lstStyle>
          <a:p>
            <a:r>
              <a:rPr lang="en-IN"/>
              <a:t>© BVRIT CSE(AIML)</a:t>
            </a:r>
            <a:endParaRPr/>
          </a:p>
        </p:txBody>
      </p:sp>
      <p:sp>
        <p:nvSpPr>
          <p:cNvPr id="95" name="Google Shape;9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1pPr>
            <a:lvl2pPr marL="0" marR="0" lvl="1"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2pPr>
            <a:lvl3pPr marL="0" marR="0" lvl="2"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3pPr>
            <a:lvl4pPr marL="0" marR="0" lvl="3"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4pPr>
            <a:lvl5pPr marL="0" marR="0" lvl="4"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5pPr>
            <a:lvl6pPr marL="0" marR="0" lvl="5"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6pPr>
            <a:lvl7pPr marL="0" marR="0" lvl="6"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7pPr>
            <a:lvl8pPr marL="0" marR="0" lvl="7"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8pPr>
            <a:lvl9pPr marL="0" marR="0" lvl="8" indent="0" algn="r">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400218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5" Type="http://schemas.openxmlformats.org/officeDocument/2006/relationships/theme" Target="../theme/theme3.xml"/><Relationship Id="rId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839AE5FB-050E-47C9-A62A-CEF31B9CAC5C}" type="datetime2">
              <a:rPr lang="en-US" smtClean="0"/>
              <a:t>Thursday, May 29, 2025</a:t>
            </a:fld>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IN"/>
              <a:t>© BVRIT CSE(AIML)</a:t>
            </a:r>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1128713" y="138113"/>
            <a:ext cx="9767887" cy="59531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SzPts val="1400"/>
              <a:buNone/>
              <a:defRPr sz="2800" b="1" i="0" u="none" strike="noStrike" cap="none">
                <a:solidFill>
                  <a:srgbClr val="002060"/>
                </a:solidFill>
                <a:latin typeface="Bookman Old Style"/>
                <a:ea typeface="Bookman Old Style"/>
                <a:cs typeface="Bookman Old Style"/>
                <a:sym typeface="Bookman Old Style"/>
              </a:defRPr>
            </a:lvl1pPr>
            <a:lvl2pPr marR="0" lvl="1" algn="l" rtl="0">
              <a:lnSpc>
                <a:spcPct val="90000"/>
              </a:lnSpc>
              <a:spcBef>
                <a:spcPts val="0"/>
              </a:spcBef>
              <a:spcAft>
                <a:spcPts val="0"/>
              </a:spcAft>
              <a:buSzPts val="1400"/>
              <a:buNone/>
              <a:defRPr sz="2800" b="1" i="0" u="none" strike="noStrike" cap="none">
                <a:solidFill>
                  <a:srgbClr val="002060"/>
                </a:solidFill>
                <a:latin typeface="Bookman Old Style"/>
                <a:ea typeface="Bookman Old Style"/>
                <a:cs typeface="Bookman Old Style"/>
                <a:sym typeface="Bookman Old Style"/>
              </a:defRPr>
            </a:lvl2pPr>
            <a:lvl3pPr marR="0" lvl="2" algn="l" rtl="0">
              <a:lnSpc>
                <a:spcPct val="90000"/>
              </a:lnSpc>
              <a:spcBef>
                <a:spcPts val="0"/>
              </a:spcBef>
              <a:spcAft>
                <a:spcPts val="0"/>
              </a:spcAft>
              <a:buSzPts val="1400"/>
              <a:buNone/>
              <a:defRPr sz="2800" b="1" i="0" u="none" strike="noStrike" cap="none">
                <a:solidFill>
                  <a:srgbClr val="002060"/>
                </a:solidFill>
                <a:latin typeface="Bookman Old Style"/>
                <a:ea typeface="Bookman Old Style"/>
                <a:cs typeface="Bookman Old Style"/>
                <a:sym typeface="Bookman Old Style"/>
              </a:defRPr>
            </a:lvl3pPr>
            <a:lvl4pPr marR="0" lvl="3" algn="l" rtl="0">
              <a:lnSpc>
                <a:spcPct val="90000"/>
              </a:lnSpc>
              <a:spcBef>
                <a:spcPts val="0"/>
              </a:spcBef>
              <a:spcAft>
                <a:spcPts val="0"/>
              </a:spcAft>
              <a:buSzPts val="1400"/>
              <a:buNone/>
              <a:defRPr sz="2800" b="1" i="0" u="none" strike="noStrike" cap="none">
                <a:solidFill>
                  <a:srgbClr val="002060"/>
                </a:solidFill>
                <a:latin typeface="Bookman Old Style"/>
                <a:ea typeface="Bookman Old Style"/>
                <a:cs typeface="Bookman Old Style"/>
                <a:sym typeface="Bookman Old Style"/>
              </a:defRPr>
            </a:lvl4pPr>
            <a:lvl5pPr marR="0" lvl="4" algn="l" rtl="0">
              <a:lnSpc>
                <a:spcPct val="90000"/>
              </a:lnSpc>
              <a:spcBef>
                <a:spcPts val="0"/>
              </a:spcBef>
              <a:spcAft>
                <a:spcPts val="0"/>
              </a:spcAft>
              <a:buSzPts val="1400"/>
              <a:buNone/>
              <a:defRPr sz="2800" b="1" i="0" u="none" strike="noStrike" cap="none">
                <a:solidFill>
                  <a:srgbClr val="002060"/>
                </a:solidFill>
                <a:latin typeface="Bookman Old Style"/>
                <a:ea typeface="Bookman Old Style"/>
                <a:cs typeface="Bookman Old Style"/>
                <a:sym typeface="Bookman Old Style"/>
              </a:defRPr>
            </a:lvl5pPr>
            <a:lvl6pPr marR="0" lvl="5" algn="l" rtl="0">
              <a:lnSpc>
                <a:spcPct val="90000"/>
              </a:lnSpc>
              <a:spcBef>
                <a:spcPts val="0"/>
              </a:spcBef>
              <a:spcAft>
                <a:spcPts val="0"/>
              </a:spcAft>
              <a:buSzPts val="1400"/>
              <a:buNone/>
              <a:defRPr sz="2800" b="1" i="0" u="none" strike="noStrike" cap="none">
                <a:solidFill>
                  <a:srgbClr val="002060"/>
                </a:solidFill>
                <a:latin typeface="Bookman Old Style"/>
                <a:ea typeface="Bookman Old Style"/>
                <a:cs typeface="Bookman Old Style"/>
                <a:sym typeface="Bookman Old Style"/>
              </a:defRPr>
            </a:lvl6pPr>
            <a:lvl7pPr marR="0" lvl="6" algn="l" rtl="0">
              <a:lnSpc>
                <a:spcPct val="90000"/>
              </a:lnSpc>
              <a:spcBef>
                <a:spcPts val="0"/>
              </a:spcBef>
              <a:spcAft>
                <a:spcPts val="0"/>
              </a:spcAft>
              <a:buSzPts val="1400"/>
              <a:buNone/>
              <a:defRPr sz="2800" b="1" i="0" u="none" strike="noStrike" cap="none">
                <a:solidFill>
                  <a:srgbClr val="002060"/>
                </a:solidFill>
                <a:latin typeface="Bookman Old Style"/>
                <a:ea typeface="Bookman Old Style"/>
                <a:cs typeface="Bookman Old Style"/>
                <a:sym typeface="Bookman Old Style"/>
              </a:defRPr>
            </a:lvl7pPr>
            <a:lvl8pPr marR="0" lvl="7" algn="l" rtl="0">
              <a:lnSpc>
                <a:spcPct val="90000"/>
              </a:lnSpc>
              <a:spcBef>
                <a:spcPts val="0"/>
              </a:spcBef>
              <a:spcAft>
                <a:spcPts val="0"/>
              </a:spcAft>
              <a:buSzPts val="1400"/>
              <a:buNone/>
              <a:defRPr sz="2800" b="1" i="0" u="none" strike="noStrike" cap="none">
                <a:solidFill>
                  <a:srgbClr val="002060"/>
                </a:solidFill>
                <a:latin typeface="Bookman Old Style"/>
                <a:ea typeface="Bookman Old Style"/>
                <a:cs typeface="Bookman Old Style"/>
                <a:sym typeface="Bookman Old Style"/>
              </a:defRPr>
            </a:lvl8pPr>
            <a:lvl9pPr marR="0" lvl="8" algn="l" rtl="0">
              <a:lnSpc>
                <a:spcPct val="90000"/>
              </a:lnSpc>
              <a:spcBef>
                <a:spcPts val="0"/>
              </a:spcBef>
              <a:spcAft>
                <a:spcPts val="0"/>
              </a:spcAft>
              <a:buSzPts val="1400"/>
              <a:buNone/>
              <a:defRPr sz="2800" b="1" i="0" u="none" strike="noStrike" cap="none">
                <a:solidFill>
                  <a:srgbClr val="002060"/>
                </a:solidFill>
                <a:latin typeface="Bookman Old Style"/>
                <a:ea typeface="Bookman Old Style"/>
                <a:cs typeface="Bookman Old Style"/>
                <a:sym typeface="Bookman Old Style"/>
              </a:defRPr>
            </a:lvl9pPr>
          </a:lstStyle>
          <a:p>
            <a:endParaRPr/>
          </a:p>
        </p:txBody>
      </p:sp>
      <p:sp>
        <p:nvSpPr>
          <p:cNvPr id="86" name="Google Shape;86;p13"/>
          <p:cNvSpPr txBox="1">
            <a:spLocks noGrp="1"/>
          </p:cNvSpPr>
          <p:nvPr>
            <p:ph type="body" idx="1"/>
          </p:nvPr>
        </p:nvSpPr>
        <p:spPr>
          <a:xfrm>
            <a:off x="1128713" y="1090613"/>
            <a:ext cx="9767887" cy="4818062"/>
          </a:xfrm>
          <a:prstGeom prst="rect">
            <a:avLst/>
          </a:prstGeom>
          <a:noFill/>
          <a:ln>
            <a:noFill/>
          </a:ln>
        </p:spPr>
        <p:txBody>
          <a:bodyPr spcFirstLastPara="1" wrap="square" lIns="91425" tIns="45700" rIns="91425" bIns="45700" anchor="t" anchorCtr="0">
            <a:noAutofit/>
          </a:bodyPr>
          <a:lstStyle>
            <a:lvl1pPr marL="457200" marR="0" lvl="0" indent="-431800" algn="just"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Bookman Old Style"/>
                <a:ea typeface="Bookman Old Style"/>
                <a:cs typeface="Bookman Old Style"/>
                <a:sym typeface="Bookman Old Style"/>
              </a:defRPr>
            </a:lvl1pPr>
            <a:lvl2pPr marL="914400" marR="0" lvl="1" indent="-406400" algn="just"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Bookman Old Style"/>
                <a:ea typeface="Bookman Old Style"/>
                <a:cs typeface="Bookman Old Style"/>
                <a:sym typeface="Bookman Old Style"/>
              </a:defRPr>
            </a:lvl2pPr>
            <a:lvl3pPr marL="1371600" marR="0" lvl="2" indent="-381000" algn="just"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Bookman Old Style"/>
                <a:ea typeface="Bookman Old Style"/>
                <a:cs typeface="Bookman Old Style"/>
                <a:sym typeface="Bookman Old Style"/>
              </a:defRPr>
            </a:lvl3pPr>
            <a:lvl4pPr marL="1828800" marR="0" lvl="3" indent="-355600" algn="just"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4pPr>
            <a:lvl5pPr marL="2286000" marR="0" lvl="4" indent="-355600" algn="just"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7" name="Google Shape;8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400" b="1">
                <a:solidFill>
                  <a:srgbClr val="002060"/>
                </a:solidFill>
                <a:latin typeface="Bookman Old Style"/>
                <a:ea typeface="Bookman Old Style"/>
                <a:cs typeface="Bookman Old Style"/>
                <a:sym typeface="Bookman Old Style"/>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fld id="{EA1AFDBF-2C12-4F12-8113-0044E73ED22C}" type="datetime2">
              <a:rPr lang="en-US" smtClean="0"/>
              <a:t>Thursday, May 29, 2025</a:t>
            </a:fld>
            <a:endParaRPr/>
          </a:p>
        </p:txBody>
      </p:sp>
      <p:sp>
        <p:nvSpPr>
          <p:cNvPr id="88" name="Google Shape;8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400" b="1">
                <a:solidFill>
                  <a:srgbClr val="002060"/>
                </a:solidFill>
                <a:latin typeface="Bookman Old Style"/>
                <a:ea typeface="Bookman Old Style"/>
                <a:cs typeface="Bookman Old Style"/>
                <a:sym typeface="Bookman Old Style"/>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r>
              <a:rPr lang="en-IN"/>
              <a:t>© BVRIT CSE(AIML)</a:t>
            </a:r>
            <a:endParaRPr/>
          </a:p>
        </p:txBody>
      </p:sp>
      <p:sp>
        <p:nvSpPr>
          <p:cNvPr id="89" name="Google Shape;8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400" b="1">
                <a:solidFill>
                  <a:srgbClr val="002060"/>
                </a:solidFill>
                <a:latin typeface="Bookman Old Style"/>
                <a:ea typeface="Bookman Old Style"/>
                <a:cs typeface="Bookman Old Style"/>
                <a:sym typeface="Bookman Old Style"/>
              </a:defRPr>
            </a:lvl1pPr>
            <a:lvl2pPr marL="0" marR="0" lvl="1" indent="0" algn="r" rtl="0">
              <a:spcBef>
                <a:spcPts val="0"/>
              </a:spcBef>
              <a:buNone/>
              <a:defRPr sz="1400" b="1">
                <a:solidFill>
                  <a:srgbClr val="002060"/>
                </a:solidFill>
                <a:latin typeface="Bookman Old Style"/>
                <a:ea typeface="Bookman Old Style"/>
                <a:cs typeface="Bookman Old Style"/>
                <a:sym typeface="Bookman Old Style"/>
              </a:defRPr>
            </a:lvl2pPr>
            <a:lvl3pPr marL="0" marR="0" lvl="2" indent="0" algn="r" rtl="0">
              <a:spcBef>
                <a:spcPts val="0"/>
              </a:spcBef>
              <a:buNone/>
              <a:defRPr sz="1400" b="1">
                <a:solidFill>
                  <a:srgbClr val="002060"/>
                </a:solidFill>
                <a:latin typeface="Bookman Old Style"/>
                <a:ea typeface="Bookman Old Style"/>
                <a:cs typeface="Bookman Old Style"/>
                <a:sym typeface="Bookman Old Style"/>
              </a:defRPr>
            </a:lvl3pPr>
            <a:lvl4pPr marL="0" marR="0" lvl="3" indent="0" algn="r" rtl="0">
              <a:spcBef>
                <a:spcPts val="0"/>
              </a:spcBef>
              <a:buNone/>
              <a:defRPr sz="1400" b="1">
                <a:solidFill>
                  <a:srgbClr val="002060"/>
                </a:solidFill>
                <a:latin typeface="Bookman Old Style"/>
                <a:ea typeface="Bookman Old Style"/>
                <a:cs typeface="Bookman Old Style"/>
                <a:sym typeface="Bookman Old Style"/>
              </a:defRPr>
            </a:lvl4pPr>
            <a:lvl5pPr marL="0" marR="0" lvl="4" indent="0" algn="r" rtl="0">
              <a:spcBef>
                <a:spcPts val="0"/>
              </a:spcBef>
              <a:buNone/>
              <a:defRPr sz="1400" b="1">
                <a:solidFill>
                  <a:srgbClr val="002060"/>
                </a:solidFill>
                <a:latin typeface="Bookman Old Style"/>
                <a:ea typeface="Bookman Old Style"/>
                <a:cs typeface="Bookman Old Style"/>
                <a:sym typeface="Bookman Old Style"/>
              </a:defRPr>
            </a:lvl5pPr>
            <a:lvl6pPr marL="0" marR="0" lvl="5" indent="0" algn="r" rtl="0">
              <a:spcBef>
                <a:spcPts val="0"/>
              </a:spcBef>
              <a:buNone/>
              <a:defRPr sz="1400" b="1">
                <a:solidFill>
                  <a:srgbClr val="002060"/>
                </a:solidFill>
                <a:latin typeface="Bookman Old Style"/>
                <a:ea typeface="Bookman Old Style"/>
                <a:cs typeface="Bookman Old Style"/>
                <a:sym typeface="Bookman Old Style"/>
              </a:defRPr>
            </a:lvl6pPr>
            <a:lvl7pPr marL="0" marR="0" lvl="6" indent="0" algn="r" rtl="0">
              <a:spcBef>
                <a:spcPts val="0"/>
              </a:spcBef>
              <a:buNone/>
              <a:defRPr sz="1400" b="1">
                <a:solidFill>
                  <a:srgbClr val="002060"/>
                </a:solidFill>
                <a:latin typeface="Bookman Old Style"/>
                <a:ea typeface="Bookman Old Style"/>
                <a:cs typeface="Bookman Old Style"/>
                <a:sym typeface="Bookman Old Style"/>
              </a:defRPr>
            </a:lvl7pPr>
            <a:lvl8pPr marL="0" marR="0" lvl="7" indent="0" algn="r" rtl="0">
              <a:spcBef>
                <a:spcPts val="0"/>
              </a:spcBef>
              <a:buNone/>
              <a:defRPr sz="1400" b="1">
                <a:solidFill>
                  <a:srgbClr val="002060"/>
                </a:solidFill>
                <a:latin typeface="Bookman Old Style"/>
                <a:ea typeface="Bookman Old Style"/>
                <a:cs typeface="Bookman Old Style"/>
                <a:sym typeface="Bookman Old Style"/>
              </a:defRPr>
            </a:lvl8pPr>
            <a:lvl9pPr marL="0" marR="0" lvl="8" indent="0" algn="r" rtl="0">
              <a:spcBef>
                <a:spcPts val="0"/>
              </a:spcBef>
              <a:buNone/>
              <a:defRPr sz="1400" b="1">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Lst>
  <p:hf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1128713" y="138113"/>
            <a:ext cx="9767887" cy="595312"/>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000000"/>
              </a:buClr>
              <a:buSzPts val="1400"/>
              <a:buFont typeface="Arial"/>
              <a:buNone/>
              <a:defRPr sz="2800" b="1" i="0" u="none" strike="noStrike" cap="none">
                <a:solidFill>
                  <a:srgbClr val="002060"/>
                </a:solidFill>
                <a:latin typeface="Bookman Old Style"/>
                <a:ea typeface="Bookman Old Style"/>
                <a:cs typeface="Bookman Old Style"/>
                <a:sym typeface="Bookman Old Style"/>
              </a:defRPr>
            </a:lvl1pPr>
            <a:lvl2pPr marR="0" lvl="1" algn="l" rtl="0">
              <a:lnSpc>
                <a:spcPct val="90000"/>
              </a:lnSpc>
              <a:spcBef>
                <a:spcPts val="0"/>
              </a:spcBef>
              <a:spcAft>
                <a:spcPts val="0"/>
              </a:spcAft>
              <a:buClr>
                <a:srgbClr val="000000"/>
              </a:buClr>
              <a:buSzPts val="1400"/>
              <a:buFont typeface="Arial"/>
              <a:buNone/>
              <a:defRPr sz="2800" b="1" i="0" u="none" strike="noStrike" cap="none">
                <a:solidFill>
                  <a:srgbClr val="002060"/>
                </a:solidFill>
                <a:latin typeface="Bookman Old Style"/>
                <a:ea typeface="Bookman Old Style"/>
                <a:cs typeface="Bookman Old Style"/>
                <a:sym typeface="Bookman Old Style"/>
              </a:defRPr>
            </a:lvl2pPr>
            <a:lvl3pPr marR="0" lvl="2" algn="l" rtl="0">
              <a:lnSpc>
                <a:spcPct val="90000"/>
              </a:lnSpc>
              <a:spcBef>
                <a:spcPts val="0"/>
              </a:spcBef>
              <a:spcAft>
                <a:spcPts val="0"/>
              </a:spcAft>
              <a:buClr>
                <a:srgbClr val="000000"/>
              </a:buClr>
              <a:buSzPts val="1400"/>
              <a:buFont typeface="Arial"/>
              <a:buNone/>
              <a:defRPr sz="2800" b="1" i="0" u="none" strike="noStrike" cap="none">
                <a:solidFill>
                  <a:srgbClr val="002060"/>
                </a:solidFill>
                <a:latin typeface="Bookman Old Style"/>
                <a:ea typeface="Bookman Old Style"/>
                <a:cs typeface="Bookman Old Style"/>
                <a:sym typeface="Bookman Old Style"/>
              </a:defRPr>
            </a:lvl3pPr>
            <a:lvl4pPr marR="0" lvl="3" algn="l" rtl="0">
              <a:lnSpc>
                <a:spcPct val="90000"/>
              </a:lnSpc>
              <a:spcBef>
                <a:spcPts val="0"/>
              </a:spcBef>
              <a:spcAft>
                <a:spcPts val="0"/>
              </a:spcAft>
              <a:buClr>
                <a:srgbClr val="000000"/>
              </a:buClr>
              <a:buSzPts val="1400"/>
              <a:buFont typeface="Arial"/>
              <a:buNone/>
              <a:defRPr sz="2800" b="1" i="0" u="none" strike="noStrike" cap="none">
                <a:solidFill>
                  <a:srgbClr val="002060"/>
                </a:solidFill>
                <a:latin typeface="Bookman Old Style"/>
                <a:ea typeface="Bookman Old Style"/>
                <a:cs typeface="Bookman Old Style"/>
                <a:sym typeface="Bookman Old Style"/>
              </a:defRPr>
            </a:lvl4pPr>
            <a:lvl5pPr marR="0" lvl="4" algn="l" rtl="0">
              <a:lnSpc>
                <a:spcPct val="90000"/>
              </a:lnSpc>
              <a:spcBef>
                <a:spcPts val="0"/>
              </a:spcBef>
              <a:spcAft>
                <a:spcPts val="0"/>
              </a:spcAft>
              <a:buClr>
                <a:srgbClr val="000000"/>
              </a:buClr>
              <a:buSzPts val="1400"/>
              <a:buFont typeface="Arial"/>
              <a:buNone/>
              <a:defRPr sz="2800" b="1" i="0" u="none" strike="noStrike" cap="none">
                <a:solidFill>
                  <a:srgbClr val="002060"/>
                </a:solidFill>
                <a:latin typeface="Bookman Old Style"/>
                <a:ea typeface="Bookman Old Style"/>
                <a:cs typeface="Bookman Old Style"/>
                <a:sym typeface="Bookman Old Style"/>
              </a:defRPr>
            </a:lvl5pPr>
            <a:lvl6pPr marR="0" lvl="5" algn="l" rtl="0">
              <a:lnSpc>
                <a:spcPct val="90000"/>
              </a:lnSpc>
              <a:spcBef>
                <a:spcPts val="0"/>
              </a:spcBef>
              <a:spcAft>
                <a:spcPts val="0"/>
              </a:spcAft>
              <a:buClr>
                <a:srgbClr val="000000"/>
              </a:buClr>
              <a:buSzPts val="1400"/>
              <a:buFont typeface="Arial"/>
              <a:buNone/>
              <a:defRPr sz="2800" b="1" i="0" u="none" strike="noStrike" cap="none">
                <a:solidFill>
                  <a:srgbClr val="002060"/>
                </a:solidFill>
                <a:latin typeface="Bookman Old Style"/>
                <a:ea typeface="Bookman Old Style"/>
                <a:cs typeface="Bookman Old Style"/>
                <a:sym typeface="Bookman Old Style"/>
              </a:defRPr>
            </a:lvl6pPr>
            <a:lvl7pPr marR="0" lvl="6" algn="l" rtl="0">
              <a:lnSpc>
                <a:spcPct val="90000"/>
              </a:lnSpc>
              <a:spcBef>
                <a:spcPts val="0"/>
              </a:spcBef>
              <a:spcAft>
                <a:spcPts val="0"/>
              </a:spcAft>
              <a:buClr>
                <a:srgbClr val="000000"/>
              </a:buClr>
              <a:buSzPts val="1400"/>
              <a:buFont typeface="Arial"/>
              <a:buNone/>
              <a:defRPr sz="2800" b="1" i="0" u="none" strike="noStrike" cap="none">
                <a:solidFill>
                  <a:srgbClr val="002060"/>
                </a:solidFill>
                <a:latin typeface="Bookman Old Style"/>
                <a:ea typeface="Bookman Old Style"/>
                <a:cs typeface="Bookman Old Style"/>
                <a:sym typeface="Bookman Old Style"/>
              </a:defRPr>
            </a:lvl7pPr>
            <a:lvl8pPr marR="0" lvl="7" algn="l" rtl="0">
              <a:lnSpc>
                <a:spcPct val="90000"/>
              </a:lnSpc>
              <a:spcBef>
                <a:spcPts val="0"/>
              </a:spcBef>
              <a:spcAft>
                <a:spcPts val="0"/>
              </a:spcAft>
              <a:buClr>
                <a:srgbClr val="000000"/>
              </a:buClr>
              <a:buSzPts val="1400"/>
              <a:buFont typeface="Arial"/>
              <a:buNone/>
              <a:defRPr sz="2800" b="1" i="0" u="none" strike="noStrike" cap="none">
                <a:solidFill>
                  <a:srgbClr val="002060"/>
                </a:solidFill>
                <a:latin typeface="Bookman Old Style"/>
                <a:ea typeface="Bookman Old Style"/>
                <a:cs typeface="Bookman Old Style"/>
                <a:sym typeface="Bookman Old Style"/>
              </a:defRPr>
            </a:lvl8pPr>
            <a:lvl9pPr marR="0" lvl="8" algn="l" rtl="0">
              <a:lnSpc>
                <a:spcPct val="90000"/>
              </a:lnSpc>
              <a:spcBef>
                <a:spcPts val="0"/>
              </a:spcBef>
              <a:spcAft>
                <a:spcPts val="0"/>
              </a:spcAft>
              <a:buClr>
                <a:srgbClr val="000000"/>
              </a:buClr>
              <a:buSzPts val="1400"/>
              <a:buFont typeface="Arial"/>
              <a:buNone/>
              <a:defRPr sz="2800" b="1" i="0" u="none" strike="noStrike" cap="none">
                <a:solidFill>
                  <a:srgbClr val="002060"/>
                </a:solidFill>
                <a:latin typeface="Bookman Old Style"/>
                <a:ea typeface="Bookman Old Style"/>
                <a:cs typeface="Bookman Old Style"/>
                <a:sym typeface="Bookman Old Style"/>
              </a:defRPr>
            </a:lvl9pPr>
          </a:lstStyle>
          <a:p>
            <a:endParaRPr/>
          </a:p>
        </p:txBody>
      </p:sp>
      <p:sp>
        <p:nvSpPr>
          <p:cNvPr id="51" name="Google Shape;51;p7"/>
          <p:cNvSpPr txBox="1">
            <a:spLocks noGrp="1"/>
          </p:cNvSpPr>
          <p:nvPr>
            <p:ph type="body" idx="1"/>
          </p:nvPr>
        </p:nvSpPr>
        <p:spPr>
          <a:xfrm>
            <a:off x="1128713" y="1090613"/>
            <a:ext cx="9767887" cy="4818062"/>
          </a:xfrm>
          <a:prstGeom prst="rect">
            <a:avLst/>
          </a:prstGeom>
          <a:noFill/>
          <a:ln>
            <a:noFill/>
          </a:ln>
        </p:spPr>
        <p:txBody>
          <a:bodyPr spcFirstLastPara="1" wrap="square" lIns="91425" tIns="45700" rIns="91425" bIns="45700" anchor="t" anchorCtr="0">
            <a:noAutofit/>
          </a:bodyPr>
          <a:lstStyle>
            <a:lvl1pPr marL="457200" marR="0" lvl="0" indent="-431800" algn="just"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Bookman Old Style"/>
                <a:ea typeface="Bookman Old Style"/>
                <a:cs typeface="Bookman Old Style"/>
                <a:sym typeface="Bookman Old Style"/>
              </a:defRPr>
            </a:lvl1pPr>
            <a:lvl2pPr marL="914400" marR="0" lvl="1" indent="-406400" algn="just"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Bookman Old Style"/>
                <a:ea typeface="Bookman Old Style"/>
                <a:cs typeface="Bookman Old Style"/>
                <a:sym typeface="Bookman Old Style"/>
              </a:defRPr>
            </a:lvl2pPr>
            <a:lvl3pPr marL="1371600" marR="0" lvl="2" indent="-381000" algn="just"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Bookman Old Style"/>
                <a:ea typeface="Bookman Old Style"/>
                <a:cs typeface="Bookman Old Style"/>
                <a:sym typeface="Bookman Old Style"/>
              </a:defRPr>
            </a:lvl3pPr>
            <a:lvl4pPr marL="1828800" marR="0" lvl="3" indent="-355600" algn="just"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4pPr>
            <a:lvl5pPr marL="2286000" marR="0" lvl="4" indent="-355600" algn="just"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52" name="Google Shape;5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1pPr>
            <a:lvl2pPr marR="0" lvl="1" algn="l" rtl="0">
              <a:spcBef>
                <a:spcPts val="0"/>
              </a:spcBef>
              <a:spcAft>
                <a:spcPts val="0"/>
              </a:spcAft>
              <a:buClr>
                <a:schemeClr val="dk1"/>
              </a:buClr>
              <a:buSzPts val="1400"/>
              <a:buFont typeface="Bookman Old Style"/>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Clr>
                <a:schemeClr val="dk1"/>
              </a:buClr>
              <a:buSzPts val="1400"/>
              <a:buFont typeface="Bookman Old Style"/>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Clr>
                <a:schemeClr val="dk1"/>
              </a:buClr>
              <a:buSzPts val="1400"/>
              <a:buFont typeface="Bookman Old Style"/>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Clr>
                <a:schemeClr val="dk1"/>
              </a:buClr>
              <a:buSzPts val="1400"/>
              <a:buFont typeface="Bookman Old Style"/>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Clr>
                <a:schemeClr val="dk1"/>
              </a:buClr>
              <a:buSzPts val="1400"/>
              <a:buFont typeface="Bookman Old Style"/>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Clr>
                <a:schemeClr val="dk1"/>
              </a:buClr>
              <a:buSzPts val="1400"/>
              <a:buFont typeface="Bookman Old Style"/>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Clr>
                <a:schemeClr val="dk1"/>
              </a:buClr>
              <a:buSzPts val="1400"/>
              <a:buFont typeface="Bookman Old Style"/>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Clr>
                <a:schemeClr val="dk1"/>
              </a:buClr>
              <a:buSzPts val="1400"/>
              <a:buFont typeface="Bookman Old Style"/>
              <a:buNone/>
              <a:defRPr sz="1800" b="0" i="0" u="none" strike="noStrike" cap="none">
                <a:solidFill>
                  <a:schemeClr val="dk1"/>
                </a:solidFill>
                <a:latin typeface="Bookman Old Style"/>
                <a:ea typeface="Bookman Old Style"/>
                <a:cs typeface="Bookman Old Style"/>
                <a:sym typeface="Bookman Old Style"/>
              </a:defRPr>
            </a:lvl9pPr>
          </a:lstStyle>
          <a:p>
            <a:fld id="{CAF9813A-E362-42DB-B135-913D00A2C330}" type="datetime2">
              <a:rPr lang="en-US" smtClean="0"/>
              <a:t>Thursday, May 29, 2025</a:t>
            </a:fld>
            <a:endParaRPr/>
          </a:p>
        </p:txBody>
      </p:sp>
      <p:sp>
        <p:nvSpPr>
          <p:cNvPr id="53" name="Google Shape;5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1pPr>
            <a:lvl2pPr marR="0" lvl="1" algn="l" rtl="0">
              <a:spcBef>
                <a:spcPts val="0"/>
              </a:spcBef>
              <a:spcAft>
                <a:spcPts val="0"/>
              </a:spcAft>
              <a:buClr>
                <a:schemeClr val="dk1"/>
              </a:buClr>
              <a:buSzPts val="1400"/>
              <a:buFont typeface="Bookman Old Style"/>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Clr>
                <a:schemeClr val="dk1"/>
              </a:buClr>
              <a:buSzPts val="1400"/>
              <a:buFont typeface="Bookman Old Style"/>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Clr>
                <a:schemeClr val="dk1"/>
              </a:buClr>
              <a:buSzPts val="1400"/>
              <a:buFont typeface="Bookman Old Style"/>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Clr>
                <a:schemeClr val="dk1"/>
              </a:buClr>
              <a:buSzPts val="1400"/>
              <a:buFont typeface="Bookman Old Style"/>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Clr>
                <a:schemeClr val="dk1"/>
              </a:buClr>
              <a:buSzPts val="1400"/>
              <a:buFont typeface="Bookman Old Style"/>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Clr>
                <a:schemeClr val="dk1"/>
              </a:buClr>
              <a:buSzPts val="1400"/>
              <a:buFont typeface="Bookman Old Style"/>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Clr>
                <a:schemeClr val="dk1"/>
              </a:buClr>
              <a:buSzPts val="1400"/>
              <a:buFont typeface="Bookman Old Style"/>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Clr>
                <a:schemeClr val="dk1"/>
              </a:buClr>
              <a:buSzPts val="1400"/>
              <a:buFont typeface="Bookman Old Style"/>
              <a:buNone/>
              <a:defRPr sz="1800" b="0" i="0" u="none" strike="noStrike" cap="none">
                <a:solidFill>
                  <a:schemeClr val="dk1"/>
                </a:solidFill>
                <a:latin typeface="Bookman Old Style"/>
                <a:ea typeface="Bookman Old Style"/>
                <a:cs typeface="Bookman Old Style"/>
                <a:sym typeface="Bookman Old Style"/>
              </a:defRPr>
            </a:lvl9pPr>
          </a:lstStyle>
          <a:p>
            <a:r>
              <a:rPr lang="en-IN"/>
              <a:t>© BVRIT CSE(AIML)</a:t>
            </a:r>
            <a:endParaRPr/>
          </a:p>
        </p:txBody>
      </p:sp>
      <p:sp>
        <p:nvSpPr>
          <p:cNvPr id="54" name="Google Shape;5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1pPr>
            <a:lvl2pPr marL="0" marR="0" lvl="1" indent="0" algn="r" rtl="0">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2pPr>
            <a:lvl3pPr marL="0" marR="0" lvl="2" indent="0" algn="r" rtl="0">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3pPr>
            <a:lvl4pPr marL="0" marR="0" lvl="3" indent="0" algn="r" rtl="0">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4pPr>
            <a:lvl5pPr marL="0" marR="0" lvl="4" indent="0" algn="r" rtl="0">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5pPr>
            <a:lvl6pPr marL="0" marR="0" lvl="5" indent="0" algn="r" rtl="0">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6pPr>
            <a:lvl7pPr marL="0" marR="0" lvl="6" indent="0" algn="r" rtl="0">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7pPr>
            <a:lvl8pPr marL="0" marR="0" lvl="7" indent="0" algn="r" rtl="0">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8pPr>
            <a:lvl9pPr marL="0" marR="0" lvl="8" indent="0" algn="r" rtl="0">
              <a:spcBef>
                <a:spcPts val="0"/>
              </a:spcBef>
              <a:spcAft>
                <a:spcPts val="0"/>
              </a:spcAft>
              <a:buClr>
                <a:srgbClr val="002060"/>
              </a:buClr>
              <a:buSzPts val="1400"/>
              <a:buFont typeface="Bookman Old Style"/>
              <a:buNone/>
              <a:defRPr sz="1400" b="1" i="0" u="none" strike="noStrike" cap="none">
                <a:solidFill>
                  <a:srgbClr val="002060"/>
                </a:solidFill>
                <a:latin typeface="Bookman Old Style"/>
                <a:ea typeface="Bookman Old Style"/>
                <a:cs typeface="Bookman Old Style"/>
                <a:sym typeface="Bookman Old Styl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71325827"/>
      </p:ext>
    </p:extLst>
  </p:cSld>
  <p:clrMap bg1="lt1" tx1="dk1" bg2="dk2" tx2="lt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Lst>
  <p:hf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18"/>
          <p:cNvSpPr txBox="1">
            <a:spLocks noGrp="1"/>
          </p:cNvSpPr>
          <p:nvPr>
            <p:ph type="ctrTitle"/>
          </p:nvPr>
        </p:nvSpPr>
        <p:spPr>
          <a:xfrm>
            <a:off x="1602658" y="971396"/>
            <a:ext cx="8986684" cy="1177925"/>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rgbClr val="002060"/>
              </a:buClr>
              <a:buSzPct val="100000"/>
              <a:buFont typeface="Cambria"/>
              <a:buNone/>
            </a:pPr>
            <a:r>
              <a:rPr lang="en-US" sz="4000" b="1" i="0" u="none" strike="noStrike" cap="none">
                <a:solidFill>
                  <a:srgbClr val="002060"/>
                </a:solidFill>
                <a:latin typeface="Cambria"/>
                <a:ea typeface="Cambria"/>
                <a:cs typeface="Cambria"/>
                <a:sym typeface="Cambria"/>
              </a:rPr>
              <a:t>B V RAJU INSTITUTE OF TECHNOLOGY</a:t>
            </a:r>
            <a:br>
              <a:rPr lang="en-US" sz="4400" b="1" i="0" u="none" strike="noStrike" cap="none">
                <a:solidFill>
                  <a:srgbClr val="002060"/>
                </a:solidFill>
                <a:latin typeface="Bookman Old Style"/>
                <a:ea typeface="Bookman Old Style"/>
                <a:cs typeface="Bookman Old Style"/>
                <a:sym typeface="Bookman Old Style"/>
              </a:rPr>
            </a:br>
            <a:r>
              <a:rPr lang="en-US" sz="2000" b="1" i="0" u="none" strike="noStrike" cap="none">
                <a:solidFill>
                  <a:srgbClr val="002060"/>
                </a:solidFill>
                <a:latin typeface="Cambria"/>
                <a:ea typeface="Cambria"/>
                <a:cs typeface="Cambria"/>
                <a:sym typeface="Cambria"/>
              </a:rPr>
              <a:t>(UGC Autonomous)</a:t>
            </a:r>
            <a:br>
              <a:rPr lang="en-US" sz="2000" b="1" i="0" u="none" strike="noStrike" cap="none">
                <a:solidFill>
                  <a:srgbClr val="002060"/>
                </a:solidFill>
                <a:latin typeface="Cambria"/>
                <a:ea typeface="Cambria"/>
                <a:cs typeface="Cambria"/>
                <a:sym typeface="Cambria"/>
              </a:rPr>
            </a:br>
            <a:r>
              <a:rPr lang="en-US" sz="2000" b="1" i="0" u="none" strike="noStrike" cap="none">
                <a:solidFill>
                  <a:srgbClr val="002060"/>
                </a:solidFill>
                <a:latin typeface="Cambria"/>
                <a:ea typeface="Cambria"/>
                <a:cs typeface="Cambria"/>
                <a:sym typeface="Cambria"/>
              </a:rPr>
              <a:t>Vishnupur, Narsapur, Medak District</a:t>
            </a:r>
            <a:endParaRPr/>
          </a:p>
        </p:txBody>
      </p:sp>
      <p:sp>
        <p:nvSpPr>
          <p:cNvPr id="136" name="Google Shape;136;p18" descr="BVRIT | BV Raju Institute of Technology | Narsapur, Telengana"/>
          <p:cNvSpPr/>
          <p:nvPr/>
        </p:nvSpPr>
        <p:spPr>
          <a:xfrm>
            <a:off x="4896465" y="2229465"/>
            <a:ext cx="1351935" cy="135193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37" name="Google Shape;137;p18" descr="BVRIT Narsapur, Hyderabad: Courses, Fees, Placements, Ranking, Admission  2024"/>
          <p:cNvPicPr preferRelativeResize="0"/>
          <p:nvPr/>
        </p:nvPicPr>
        <p:blipFill rotWithShape="1">
          <a:blip r:embed="rId3">
            <a:alphaModFix/>
          </a:blip>
          <a:srcRect/>
          <a:stretch/>
        </p:blipFill>
        <p:spPr>
          <a:xfrm>
            <a:off x="43216" y="76200"/>
            <a:ext cx="1559442" cy="1524000"/>
          </a:xfrm>
          <a:prstGeom prst="rect">
            <a:avLst/>
          </a:prstGeom>
          <a:noFill/>
          <a:ln>
            <a:noFill/>
          </a:ln>
        </p:spPr>
      </p:pic>
      <p:pic>
        <p:nvPicPr>
          <p:cNvPr id="138" name="Google Shape;138;p18" descr="BV Raju Institute of Technology (BVRIT) Employees, Location, Alumni |  LinkedIn"/>
          <p:cNvPicPr preferRelativeResize="0"/>
          <p:nvPr/>
        </p:nvPicPr>
        <p:blipFill rotWithShape="1">
          <a:blip r:embed="rId4">
            <a:alphaModFix/>
          </a:blip>
          <a:srcRect/>
          <a:stretch/>
        </p:blipFill>
        <p:spPr>
          <a:xfrm>
            <a:off x="10081942" y="67503"/>
            <a:ext cx="2066841" cy="1092704"/>
          </a:xfrm>
          <a:prstGeom prst="rect">
            <a:avLst/>
          </a:prstGeom>
          <a:noFill/>
          <a:ln>
            <a:noFill/>
          </a:ln>
        </p:spPr>
      </p:pic>
      <p:sp>
        <p:nvSpPr>
          <p:cNvPr id="139" name="Google Shape;139;p18"/>
          <p:cNvSpPr txBox="1"/>
          <p:nvPr/>
        </p:nvSpPr>
        <p:spPr>
          <a:xfrm>
            <a:off x="1158494" y="2274059"/>
            <a:ext cx="9875012" cy="424732"/>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C55A11"/>
              </a:buClr>
              <a:buSzPts val="2400"/>
              <a:buFont typeface="Arial"/>
              <a:buNone/>
            </a:pPr>
            <a:r>
              <a:rPr lang="en-US" sz="2400" b="1" i="0" u="none" strike="noStrike" cap="none">
                <a:solidFill>
                  <a:srgbClr val="C55A11"/>
                </a:solidFill>
                <a:latin typeface="Cambria"/>
                <a:ea typeface="Cambria"/>
                <a:cs typeface="Cambria"/>
                <a:sym typeface="Cambria"/>
              </a:rPr>
              <a:t>Department of CSE (Artificial Intelligence and Machine Learning)</a:t>
            </a:r>
            <a:endParaRPr/>
          </a:p>
        </p:txBody>
      </p:sp>
      <p:sp>
        <p:nvSpPr>
          <p:cNvPr id="140" name="Google Shape;140;p18"/>
          <p:cNvSpPr txBox="1"/>
          <p:nvPr/>
        </p:nvSpPr>
        <p:spPr>
          <a:xfrm>
            <a:off x="3046640" y="2787336"/>
            <a:ext cx="6098720" cy="424732"/>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rgbClr val="C55A11"/>
              </a:buClr>
              <a:buSzPts val="2400"/>
              <a:buFont typeface="Arial"/>
              <a:buNone/>
            </a:pPr>
            <a:r>
              <a:rPr lang="en-US" sz="2400" b="1" i="0" u="none" strike="noStrike" cap="none">
                <a:solidFill>
                  <a:srgbClr val="C55A11"/>
                </a:solidFill>
                <a:latin typeface="Cambria"/>
                <a:ea typeface="Cambria"/>
                <a:cs typeface="Cambria"/>
                <a:sym typeface="Cambria"/>
              </a:rPr>
              <a:t>Mini Project </a:t>
            </a:r>
            <a:endParaRPr/>
          </a:p>
        </p:txBody>
      </p:sp>
      <p:sp>
        <p:nvSpPr>
          <p:cNvPr id="141" name="Google Shape;141;p18"/>
          <p:cNvSpPr txBox="1"/>
          <p:nvPr/>
        </p:nvSpPr>
        <p:spPr>
          <a:xfrm>
            <a:off x="1557675" y="3429000"/>
            <a:ext cx="9076800" cy="415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Bookman Old Style"/>
              <a:buNone/>
            </a:pPr>
            <a:r>
              <a:rPr lang="en-US" sz="2100" b="1" i="0" u="none" strike="noStrike" cap="none" dirty="0">
                <a:solidFill>
                  <a:srgbClr val="000000"/>
                </a:solidFill>
                <a:latin typeface="Bookman Old Style"/>
                <a:ea typeface="Bookman Old Style"/>
                <a:cs typeface="Bookman Old Style"/>
                <a:sym typeface="Bookman Old Style"/>
              </a:rPr>
              <a:t>Title : Utilizing GANs to solve Sequence Labelling Tasks</a:t>
            </a:r>
            <a:endParaRPr sz="1700" dirty="0"/>
          </a:p>
        </p:txBody>
      </p:sp>
      <p:sp>
        <p:nvSpPr>
          <p:cNvPr id="142" name="Google Shape;142;p18"/>
          <p:cNvSpPr txBox="1"/>
          <p:nvPr/>
        </p:nvSpPr>
        <p:spPr>
          <a:xfrm>
            <a:off x="149700" y="4463157"/>
            <a:ext cx="6098700" cy="16927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dirty="0">
                <a:solidFill>
                  <a:schemeClr val="dk1"/>
                </a:solidFill>
                <a:latin typeface="Bookman Old Style"/>
                <a:ea typeface="Bookman Old Style"/>
                <a:cs typeface="Bookman Old Style"/>
                <a:sym typeface="Bookman Old Style"/>
              </a:rPr>
              <a:t>By:</a:t>
            </a:r>
          </a:p>
          <a:p>
            <a:pPr marL="0" marR="0" lvl="0" indent="0" algn="l" rtl="0">
              <a:spcBef>
                <a:spcPts val="0"/>
              </a:spcBef>
              <a:spcAft>
                <a:spcPts val="0"/>
              </a:spcAft>
              <a:buNone/>
            </a:pPr>
            <a:r>
              <a:rPr lang="en-US" sz="1700" dirty="0">
                <a:solidFill>
                  <a:schemeClr val="dk1"/>
                </a:solidFill>
                <a:latin typeface="Bookman Old Style"/>
                <a:sym typeface="Bookman Old Style"/>
              </a:rPr>
              <a:t>MEDIPALLI NIKITHA</a:t>
            </a:r>
            <a:endParaRPr sz="1500" dirty="0"/>
          </a:p>
          <a:p>
            <a:pPr marL="0" marR="0" lvl="0" indent="0" algn="l" rtl="0">
              <a:spcBef>
                <a:spcPts val="0"/>
              </a:spcBef>
              <a:spcAft>
                <a:spcPts val="0"/>
              </a:spcAft>
              <a:buNone/>
            </a:pPr>
            <a:r>
              <a:rPr lang="en-US" sz="1700" dirty="0">
                <a:solidFill>
                  <a:schemeClr val="dk1"/>
                </a:solidFill>
                <a:latin typeface="Bookman Old Style"/>
                <a:ea typeface="Bookman Old Style"/>
                <a:cs typeface="Bookman Old Style"/>
                <a:sym typeface="Bookman Old Style"/>
              </a:rPr>
              <a:t>SAGILI NITHESH KUMAR REDDY      </a:t>
            </a:r>
            <a:endParaRPr sz="1500" dirty="0"/>
          </a:p>
          <a:p>
            <a:pPr marL="0" marR="0" lvl="0" indent="0" algn="l" rtl="0">
              <a:spcBef>
                <a:spcPts val="0"/>
              </a:spcBef>
              <a:spcAft>
                <a:spcPts val="0"/>
              </a:spcAft>
              <a:buNone/>
            </a:pPr>
            <a:r>
              <a:rPr lang="en-US" sz="1700" dirty="0">
                <a:solidFill>
                  <a:schemeClr val="dk1"/>
                </a:solidFill>
                <a:latin typeface="Bookman Old Style"/>
                <a:ea typeface="Bookman Old Style"/>
                <a:cs typeface="Bookman Old Style"/>
                <a:sym typeface="Bookman Old Style"/>
              </a:rPr>
              <a:t>SHEELAPAKA YATHENDRA KUMAR               </a:t>
            </a:r>
            <a:endParaRPr sz="1500" dirty="0"/>
          </a:p>
          <a:p>
            <a:pPr marL="0" marR="0" lvl="0" indent="0" algn="just" rtl="0">
              <a:spcBef>
                <a:spcPts val="0"/>
              </a:spcBef>
              <a:spcAft>
                <a:spcPts val="0"/>
              </a:spcAft>
              <a:buNone/>
            </a:pPr>
            <a:r>
              <a:rPr lang="en-US" sz="1700" dirty="0">
                <a:solidFill>
                  <a:schemeClr val="dk1"/>
                </a:solidFill>
                <a:latin typeface="Bookman Old Style"/>
                <a:ea typeface="Bookman Old Style"/>
                <a:cs typeface="Bookman Old Style"/>
                <a:sym typeface="Bookman Old Style"/>
              </a:rPr>
              <a:t>SUJITH GANESHUNI                 </a:t>
            </a:r>
            <a:endParaRPr sz="1500" dirty="0"/>
          </a:p>
          <a:p>
            <a:pPr marL="0" marR="0" lvl="0" indent="0" algn="l" rtl="0">
              <a:spcBef>
                <a:spcPts val="0"/>
              </a:spcBef>
              <a:spcAft>
                <a:spcPts val="0"/>
              </a:spcAft>
              <a:buNone/>
            </a:pPr>
            <a:endParaRPr sz="1900" dirty="0">
              <a:solidFill>
                <a:schemeClr val="dk1"/>
              </a:solidFill>
              <a:latin typeface="Bookman Old Style"/>
              <a:ea typeface="Bookman Old Style"/>
              <a:cs typeface="Bookman Old Style"/>
              <a:sym typeface="Bookman Old Style"/>
            </a:endParaRPr>
          </a:p>
        </p:txBody>
      </p:sp>
      <p:sp>
        <p:nvSpPr>
          <p:cNvPr id="143" name="Google Shape;143;p18"/>
          <p:cNvSpPr txBox="1"/>
          <p:nvPr/>
        </p:nvSpPr>
        <p:spPr>
          <a:xfrm>
            <a:off x="8697525" y="4686275"/>
            <a:ext cx="3689700" cy="1262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Bookman Old Style"/>
              <a:buNone/>
            </a:pPr>
            <a:r>
              <a:rPr lang="en-US" sz="1900" b="1" i="0" u="none" strike="noStrike" cap="none" dirty="0" err="1">
                <a:solidFill>
                  <a:srgbClr val="000000"/>
                </a:solidFill>
                <a:latin typeface="Bookman Old Style"/>
                <a:ea typeface="Bookman Old Style"/>
                <a:cs typeface="Bookman Old Style"/>
                <a:sym typeface="Bookman Old Style"/>
              </a:rPr>
              <a:t>Supervisior</a:t>
            </a:r>
            <a:r>
              <a:rPr lang="en-US" sz="1900" b="1" i="0" u="none" strike="noStrike" cap="none" dirty="0">
                <a:solidFill>
                  <a:srgbClr val="000000"/>
                </a:solidFill>
                <a:latin typeface="Bookman Old Style"/>
                <a:ea typeface="Bookman Old Style"/>
                <a:cs typeface="Bookman Old Style"/>
                <a:sym typeface="Bookman Old Style"/>
              </a:rPr>
              <a:t>:</a:t>
            </a:r>
            <a:endParaRPr sz="1500" dirty="0"/>
          </a:p>
          <a:p>
            <a:pPr marL="0" marR="0" lvl="0" indent="0" algn="l" rtl="0">
              <a:lnSpc>
                <a:spcPct val="100000"/>
              </a:lnSpc>
              <a:spcBef>
                <a:spcPts val="0"/>
              </a:spcBef>
              <a:spcAft>
                <a:spcPts val="0"/>
              </a:spcAft>
              <a:buClr>
                <a:srgbClr val="000000"/>
              </a:buClr>
              <a:buSzPts val="1800"/>
              <a:buFont typeface="Bookman Old Style"/>
              <a:buNone/>
            </a:pPr>
            <a:r>
              <a:rPr lang="en-US" sz="1900" dirty="0">
                <a:solidFill>
                  <a:srgbClr val="000000"/>
                </a:solidFill>
                <a:latin typeface="Bookman Old Style"/>
                <a:ea typeface="Bookman Old Style"/>
                <a:cs typeface="Bookman Old Style"/>
                <a:sym typeface="Bookman Old Style"/>
              </a:rPr>
              <a:t>Ms. Srilakshmi V </a:t>
            </a:r>
            <a:endParaRPr sz="1900" b="0" i="0" u="none" strike="noStrike" cap="none" dirty="0">
              <a:solidFill>
                <a:srgbClr val="000000"/>
              </a:solidFill>
              <a:latin typeface="Bookman Old Style"/>
              <a:ea typeface="Bookman Old Style"/>
              <a:cs typeface="Bookman Old Style"/>
              <a:sym typeface="Bookman Old Style"/>
            </a:endParaRPr>
          </a:p>
          <a:p>
            <a:pPr marL="0" marR="0" lvl="0" indent="0" algn="l" rtl="0">
              <a:lnSpc>
                <a:spcPct val="100000"/>
              </a:lnSpc>
              <a:spcBef>
                <a:spcPts val="0"/>
              </a:spcBef>
              <a:spcAft>
                <a:spcPts val="0"/>
              </a:spcAft>
              <a:buClr>
                <a:srgbClr val="000000"/>
              </a:buClr>
              <a:buSzPts val="1800"/>
              <a:buFont typeface="Bookman Old Style"/>
              <a:buNone/>
            </a:pPr>
            <a:r>
              <a:rPr lang="en-US" sz="1900" b="1" i="0" u="none" strike="noStrike" cap="none" dirty="0">
                <a:solidFill>
                  <a:srgbClr val="000000"/>
                </a:solidFill>
                <a:latin typeface="Bookman Old Style"/>
                <a:ea typeface="Bookman Old Style"/>
                <a:cs typeface="Bookman Old Style"/>
                <a:sym typeface="Bookman Old Style"/>
              </a:rPr>
              <a:t>Co-</a:t>
            </a:r>
            <a:r>
              <a:rPr lang="en-US" sz="1900" b="1" i="0" u="none" strike="noStrike" cap="none" dirty="0" err="1">
                <a:solidFill>
                  <a:srgbClr val="000000"/>
                </a:solidFill>
                <a:latin typeface="Bookman Old Style"/>
                <a:ea typeface="Bookman Old Style"/>
                <a:cs typeface="Bookman Old Style"/>
                <a:sym typeface="Bookman Old Style"/>
              </a:rPr>
              <a:t>Supervisior</a:t>
            </a:r>
            <a:r>
              <a:rPr lang="en-US" sz="1900" b="0" i="0" u="none" strike="noStrike" cap="none" dirty="0">
                <a:solidFill>
                  <a:srgbClr val="000000"/>
                </a:solidFill>
                <a:latin typeface="Bookman Old Style"/>
                <a:ea typeface="Bookman Old Style"/>
                <a:cs typeface="Bookman Old Style"/>
                <a:sym typeface="Bookman Old Style"/>
              </a:rPr>
              <a:t>:</a:t>
            </a:r>
            <a:endParaRPr sz="1500" dirty="0"/>
          </a:p>
          <a:p>
            <a:pPr marL="0" marR="0" lvl="0" indent="0" algn="l" rtl="0">
              <a:lnSpc>
                <a:spcPct val="100000"/>
              </a:lnSpc>
              <a:spcBef>
                <a:spcPts val="0"/>
              </a:spcBef>
              <a:spcAft>
                <a:spcPts val="0"/>
              </a:spcAft>
              <a:buClr>
                <a:srgbClr val="000000"/>
              </a:buClr>
              <a:buSzPts val="1800"/>
              <a:buFont typeface="Bookman Old Style"/>
              <a:buNone/>
            </a:pPr>
            <a:r>
              <a:rPr lang="en-US" sz="1900" b="0" i="0" u="none" strike="noStrike" cap="none" dirty="0">
                <a:solidFill>
                  <a:srgbClr val="000000"/>
                </a:solidFill>
                <a:latin typeface="Bookman Old Style"/>
                <a:ea typeface="Bookman Old Style"/>
                <a:cs typeface="Bookman Old Style"/>
                <a:sym typeface="Bookman Old Style"/>
              </a:rPr>
              <a:t>Mrs</a:t>
            </a:r>
            <a:r>
              <a:rPr lang="en-US" sz="1900" dirty="0">
                <a:solidFill>
                  <a:srgbClr val="000000"/>
                </a:solidFill>
                <a:latin typeface="Bookman Old Style"/>
                <a:ea typeface="Bookman Old Style"/>
                <a:cs typeface="Bookman Old Style"/>
                <a:sym typeface="Bookman Old Style"/>
              </a:rPr>
              <a:t>. B Lavanya</a:t>
            </a:r>
            <a:endParaRPr sz="1900" b="0" i="0" u="none" strike="noStrike" cap="none" dirty="0">
              <a:solidFill>
                <a:srgbClr val="000000"/>
              </a:solidFill>
              <a:latin typeface="Bookman Old Style"/>
              <a:ea typeface="Bookman Old Style"/>
              <a:cs typeface="Bookman Old Style"/>
              <a:sym typeface="Bookman Old Style"/>
            </a:endParaRPr>
          </a:p>
        </p:txBody>
      </p:sp>
      <p:sp>
        <p:nvSpPr>
          <p:cNvPr id="144" name="Google Shape;144;p18"/>
          <p:cNvSpPr txBox="1"/>
          <p:nvPr/>
        </p:nvSpPr>
        <p:spPr>
          <a:xfrm>
            <a:off x="4026222" y="4732442"/>
            <a:ext cx="2060448" cy="1154162"/>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1600" dirty="0">
                <a:solidFill>
                  <a:schemeClr val="dk1"/>
                </a:solidFill>
                <a:latin typeface="Bookman Old Style"/>
                <a:ea typeface="Bookman Old Style"/>
                <a:cs typeface="Bookman Old Style"/>
                <a:sym typeface="Bookman Old Style"/>
              </a:rPr>
              <a:t>: 22211A6667</a:t>
            </a:r>
            <a:endParaRPr dirty="0"/>
          </a:p>
          <a:p>
            <a:pPr marL="0" marR="0" lvl="0" indent="0" algn="just" rtl="0">
              <a:spcBef>
                <a:spcPts val="100"/>
              </a:spcBef>
              <a:spcAft>
                <a:spcPts val="0"/>
              </a:spcAft>
              <a:buNone/>
            </a:pPr>
            <a:r>
              <a:rPr lang="en-US" sz="1600" dirty="0">
                <a:solidFill>
                  <a:schemeClr val="dk1"/>
                </a:solidFill>
                <a:latin typeface="Bookman Old Style"/>
                <a:ea typeface="Bookman Old Style"/>
                <a:cs typeface="Bookman Old Style"/>
                <a:sym typeface="Bookman Old Style"/>
              </a:rPr>
              <a:t>: 22211A66A0</a:t>
            </a:r>
            <a:endParaRPr dirty="0"/>
          </a:p>
          <a:p>
            <a:pPr marL="0" marR="0" lvl="0" indent="0" algn="just" rtl="0">
              <a:spcBef>
                <a:spcPts val="100"/>
              </a:spcBef>
              <a:spcAft>
                <a:spcPts val="0"/>
              </a:spcAft>
              <a:buNone/>
            </a:pPr>
            <a:r>
              <a:rPr lang="en-US" sz="1600" dirty="0">
                <a:solidFill>
                  <a:schemeClr val="dk1"/>
                </a:solidFill>
                <a:latin typeface="Bookman Old Style"/>
                <a:ea typeface="Bookman Old Style"/>
                <a:cs typeface="Bookman Old Style"/>
                <a:sym typeface="Bookman Old Style"/>
              </a:rPr>
              <a:t>: 22211A66A5</a:t>
            </a:r>
            <a:endParaRPr dirty="0"/>
          </a:p>
          <a:p>
            <a:pPr marL="0" marR="0" lvl="0" indent="0" algn="just" rtl="0">
              <a:spcBef>
                <a:spcPts val="100"/>
              </a:spcBef>
              <a:spcAft>
                <a:spcPts val="0"/>
              </a:spcAft>
              <a:buNone/>
            </a:pPr>
            <a:r>
              <a:rPr lang="en-US" sz="1600" dirty="0">
                <a:solidFill>
                  <a:schemeClr val="dk1"/>
                </a:solidFill>
                <a:latin typeface="Bookman Old Style"/>
                <a:ea typeface="Bookman Old Style"/>
                <a:cs typeface="Bookman Old Style"/>
                <a:sym typeface="Bookman Old Style"/>
              </a:rPr>
              <a:t>: 22211A66B1</a:t>
            </a:r>
            <a:endParaRPr sz="1600" dirty="0">
              <a:solidFill>
                <a:schemeClr val="dk1"/>
              </a:solidFill>
              <a:latin typeface="Bookman Old Style"/>
              <a:ea typeface="Bookman Old Style"/>
              <a:cs typeface="Bookman Old Style"/>
              <a:sym typeface="Bookman Old Styl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9"/>
          <p:cNvSpPr txBox="1">
            <a:spLocks noGrp="1"/>
          </p:cNvSpPr>
          <p:nvPr>
            <p:ph type="title"/>
          </p:nvPr>
        </p:nvSpPr>
        <p:spPr>
          <a:xfrm>
            <a:off x="1128713" y="138113"/>
            <a:ext cx="9767887" cy="59531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None/>
            </a:pPr>
            <a:r>
              <a:rPr lang="en-US"/>
              <a:t>Outline</a:t>
            </a:r>
            <a:endParaRPr/>
          </a:p>
        </p:txBody>
      </p:sp>
      <p:sp>
        <p:nvSpPr>
          <p:cNvPr id="150" name="Google Shape;150;p19"/>
          <p:cNvSpPr txBox="1">
            <a:spLocks noGrp="1"/>
          </p:cNvSpPr>
          <p:nvPr>
            <p:ph type="body" idx="1"/>
          </p:nvPr>
        </p:nvSpPr>
        <p:spPr>
          <a:xfrm>
            <a:off x="1081200" y="1411135"/>
            <a:ext cx="5014800" cy="4035730"/>
          </a:xfrm>
          <a:prstGeom prst="rect">
            <a:avLst/>
          </a:prstGeom>
          <a:noFill/>
          <a:ln>
            <a:noFill/>
          </a:ln>
        </p:spPr>
        <p:txBody>
          <a:bodyPr spcFirstLastPara="1" wrap="square" lIns="91425" tIns="45700" rIns="91425" bIns="45700" anchor="t" anchorCtr="0">
            <a:noAutofit/>
          </a:bodyPr>
          <a:lstStyle/>
          <a:p>
            <a:pPr marL="240665" lvl="0" indent="-227965" algn="l" rtl="0">
              <a:lnSpc>
                <a:spcPct val="100000"/>
              </a:lnSpc>
              <a:spcBef>
                <a:spcPts val="0"/>
              </a:spcBef>
              <a:spcAft>
                <a:spcPts val="0"/>
              </a:spcAft>
              <a:buClr>
                <a:srgbClr val="001F5F"/>
              </a:buClr>
              <a:buSzPts val="2400"/>
              <a:buChar char="•"/>
            </a:pPr>
            <a:r>
              <a:rPr lang="en-US" sz="2400" b="1" dirty="0">
                <a:solidFill>
                  <a:schemeClr val="tx1"/>
                </a:solidFill>
                <a:latin typeface="Bookman Old Style" panose="02050604050505020204" pitchFamily="18" charset="0"/>
                <a:ea typeface="Georgia"/>
                <a:cs typeface="Georgia"/>
                <a:sym typeface="Georgia"/>
              </a:rPr>
              <a:t>Introduction</a:t>
            </a:r>
          </a:p>
          <a:p>
            <a:pPr marL="240665" lvl="0" indent="-227965" algn="l" rtl="0">
              <a:lnSpc>
                <a:spcPct val="100000"/>
              </a:lnSpc>
              <a:spcBef>
                <a:spcPts val="0"/>
              </a:spcBef>
              <a:spcAft>
                <a:spcPts val="0"/>
              </a:spcAft>
              <a:buClr>
                <a:srgbClr val="001F5F"/>
              </a:buClr>
              <a:buSzPts val="2400"/>
              <a:buChar char="•"/>
            </a:pPr>
            <a:r>
              <a:rPr lang="en-US" sz="2400" b="1" dirty="0">
                <a:solidFill>
                  <a:schemeClr val="tx1"/>
                </a:solidFill>
                <a:latin typeface="Bookman Old Style" panose="02050604050505020204" pitchFamily="18" charset="0"/>
                <a:ea typeface="Georgia"/>
                <a:cs typeface="Georgia"/>
                <a:sym typeface="Georgia"/>
              </a:rPr>
              <a:t>Abstract</a:t>
            </a:r>
          </a:p>
          <a:p>
            <a:pPr marL="240665" lvl="0" indent="-227965" algn="l" rtl="0">
              <a:lnSpc>
                <a:spcPct val="100000"/>
              </a:lnSpc>
              <a:spcBef>
                <a:spcPts val="0"/>
              </a:spcBef>
              <a:spcAft>
                <a:spcPts val="0"/>
              </a:spcAft>
              <a:buClr>
                <a:srgbClr val="001F5F"/>
              </a:buClr>
              <a:buSzPts val="2400"/>
              <a:buChar char="•"/>
            </a:pPr>
            <a:r>
              <a:rPr lang="en-US" sz="2400" b="1" dirty="0">
                <a:solidFill>
                  <a:schemeClr val="tx1"/>
                </a:solidFill>
                <a:latin typeface="Bookman Old Style" panose="02050604050505020204" pitchFamily="18" charset="0"/>
                <a:ea typeface="Georgia"/>
                <a:cs typeface="Georgia"/>
                <a:sym typeface="Georgia"/>
              </a:rPr>
              <a:t>Problem Statement</a:t>
            </a:r>
          </a:p>
          <a:p>
            <a:pPr marL="240665" lvl="0" indent="-227965" algn="l" rtl="0">
              <a:lnSpc>
                <a:spcPct val="100000"/>
              </a:lnSpc>
              <a:spcBef>
                <a:spcPts val="0"/>
              </a:spcBef>
              <a:spcAft>
                <a:spcPts val="0"/>
              </a:spcAft>
              <a:buClr>
                <a:srgbClr val="001F5F"/>
              </a:buClr>
              <a:buSzPts val="2400"/>
              <a:buChar char="•"/>
            </a:pPr>
            <a:r>
              <a:rPr lang="en-US" sz="2400" b="1" dirty="0">
                <a:solidFill>
                  <a:schemeClr val="tx1"/>
                </a:solidFill>
                <a:latin typeface="Bookman Old Style" panose="02050604050505020204" pitchFamily="18" charset="0"/>
                <a:ea typeface="Arial"/>
                <a:cs typeface="Arial"/>
                <a:sym typeface="Georgia"/>
              </a:rPr>
              <a:t>Review of Literature</a:t>
            </a:r>
          </a:p>
          <a:p>
            <a:pPr marL="240665" lvl="0" indent="-227965" algn="l" rtl="0">
              <a:lnSpc>
                <a:spcPct val="100000"/>
              </a:lnSpc>
              <a:spcBef>
                <a:spcPts val="0"/>
              </a:spcBef>
              <a:spcAft>
                <a:spcPts val="0"/>
              </a:spcAft>
              <a:buClr>
                <a:srgbClr val="001F5F"/>
              </a:buClr>
              <a:buSzPts val="2400"/>
              <a:buChar char="•"/>
            </a:pPr>
            <a:r>
              <a:rPr lang="en-US" sz="2400" b="1" dirty="0">
                <a:solidFill>
                  <a:schemeClr val="tx1"/>
                </a:solidFill>
                <a:latin typeface="Bookman Old Style" panose="02050604050505020204" pitchFamily="18" charset="0"/>
                <a:ea typeface="Arial"/>
                <a:cs typeface="Arial"/>
                <a:sym typeface="Georgia"/>
              </a:rPr>
              <a:t>Methodology Adopted</a:t>
            </a:r>
          </a:p>
          <a:p>
            <a:pPr marL="240665" lvl="0" indent="-227965" algn="l" rtl="0">
              <a:lnSpc>
                <a:spcPct val="100000"/>
              </a:lnSpc>
              <a:spcBef>
                <a:spcPts val="0"/>
              </a:spcBef>
              <a:spcAft>
                <a:spcPts val="0"/>
              </a:spcAft>
              <a:buClr>
                <a:srgbClr val="001F5F"/>
              </a:buClr>
              <a:buSzPts val="2400"/>
              <a:buChar char="•"/>
            </a:pPr>
            <a:r>
              <a:rPr lang="en-US" sz="2400" b="1" dirty="0">
                <a:solidFill>
                  <a:schemeClr val="tx1"/>
                </a:solidFill>
                <a:latin typeface="Bookman Old Style" panose="02050604050505020204" pitchFamily="18" charset="0"/>
                <a:ea typeface="Arial"/>
                <a:cs typeface="Arial"/>
                <a:sym typeface="Georgia"/>
              </a:rPr>
              <a:t>Architecture Used</a:t>
            </a:r>
          </a:p>
          <a:p>
            <a:pPr marL="240665" lvl="0" indent="-227965" algn="l" rtl="0">
              <a:lnSpc>
                <a:spcPct val="100000"/>
              </a:lnSpc>
              <a:spcBef>
                <a:spcPts val="0"/>
              </a:spcBef>
              <a:spcAft>
                <a:spcPts val="0"/>
              </a:spcAft>
              <a:buClr>
                <a:srgbClr val="001F5F"/>
              </a:buClr>
              <a:buSzPts val="2400"/>
              <a:buChar char="•"/>
            </a:pPr>
            <a:r>
              <a:rPr lang="en-US" sz="2400" b="1" dirty="0">
                <a:solidFill>
                  <a:schemeClr val="tx1"/>
                </a:solidFill>
                <a:latin typeface="Bookman Old Style" panose="02050604050505020204" pitchFamily="18" charset="0"/>
                <a:ea typeface="Arial"/>
                <a:cs typeface="Arial"/>
                <a:sym typeface="Georgia"/>
              </a:rPr>
              <a:t>Implementation Details</a:t>
            </a:r>
          </a:p>
          <a:p>
            <a:pPr marL="240665" lvl="0" indent="-227965" algn="l" rtl="0">
              <a:lnSpc>
                <a:spcPct val="100000"/>
              </a:lnSpc>
              <a:spcBef>
                <a:spcPts val="0"/>
              </a:spcBef>
              <a:spcAft>
                <a:spcPts val="0"/>
              </a:spcAft>
              <a:buClr>
                <a:srgbClr val="001F5F"/>
              </a:buClr>
              <a:buSzPts val="2400"/>
              <a:buChar char="•"/>
            </a:pPr>
            <a:r>
              <a:rPr lang="en-US" sz="2400" b="1" dirty="0">
                <a:solidFill>
                  <a:schemeClr val="tx1"/>
                </a:solidFill>
                <a:latin typeface="Bookman Old Style" panose="02050604050505020204" pitchFamily="18" charset="0"/>
                <a:ea typeface="Arial"/>
                <a:cs typeface="Arial"/>
                <a:sym typeface="Georgia"/>
              </a:rPr>
              <a:t>Results and Discussions</a:t>
            </a:r>
          </a:p>
          <a:p>
            <a:pPr marL="240665" lvl="0" indent="-227965" algn="l" rtl="0">
              <a:lnSpc>
                <a:spcPct val="100000"/>
              </a:lnSpc>
              <a:spcBef>
                <a:spcPts val="0"/>
              </a:spcBef>
              <a:spcAft>
                <a:spcPts val="0"/>
              </a:spcAft>
              <a:buClr>
                <a:srgbClr val="001F5F"/>
              </a:buClr>
              <a:buSzPts val="2400"/>
              <a:buChar char="•"/>
            </a:pPr>
            <a:r>
              <a:rPr lang="en-US" sz="2400" b="1" dirty="0">
                <a:solidFill>
                  <a:schemeClr val="tx1"/>
                </a:solidFill>
                <a:latin typeface="Bookman Old Style" panose="02050604050505020204" pitchFamily="18" charset="0"/>
                <a:ea typeface="Arial"/>
                <a:cs typeface="Arial"/>
                <a:sym typeface="Georgia"/>
              </a:rPr>
              <a:t>Conclusion</a:t>
            </a:r>
          </a:p>
          <a:p>
            <a:pPr marL="240665" lvl="0" indent="-227965" algn="l" rtl="0">
              <a:lnSpc>
                <a:spcPct val="100000"/>
              </a:lnSpc>
              <a:spcBef>
                <a:spcPts val="0"/>
              </a:spcBef>
              <a:spcAft>
                <a:spcPts val="0"/>
              </a:spcAft>
              <a:buClr>
                <a:srgbClr val="001F5F"/>
              </a:buClr>
              <a:buSzPts val="2400"/>
              <a:buChar char="•"/>
            </a:pPr>
            <a:r>
              <a:rPr lang="en-US" sz="2400" b="1" dirty="0">
                <a:solidFill>
                  <a:schemeClr val="tx1"/>
                </a:solidFill>
                <a:latin typeface="Bookman Old Style" panose="02050604050505020204" pitchFamily="18" charset="0"/>
                <a:ea typeface="Arial"/>
                <a:cs typeface="Arial"/>
                <a:sym typeface="Georgia"/>
              </a:rPr>
              <a:t>References</a:t>
            </a:r>
            <a:endParaRPr sz="2400" b="1" dirty="0">
              <a:solidFill>
                <a:schemeClr val="tx1"/>
              </a:solidFill>
              <a:latin typeface="Bookman Old Style" panose="02050604050505020204" pitchFamily="18" charset="0"/>
              <a:ea typeface="Arial"/>
              <a:cs typeface="Arial"/>
              <a:sym typeface="Arial"/>
            </a:endParaRPr>
          </a:p>
          <a:p>
            <a:pPr marL="914400" lvl="0" indent="0" algn="just" rtl="0">
              <a:spcBef>
                <a:spcPts val="1000"/>
              </a:spcBef>
              <a:spcAft>
                <a:spcPts val="0"/>
              </a:spcAft>
              <a:buNone/>
            </a:pPr>
            <a:endParaRPr sz="2300" b="1" dirty="0"/>
          </a:p>
          <a:p>
            <a:pPr marL="914400" lvl="0" indent="0" algn="just" rtl="0">
              <a:spcBef>
                <a:spcPts val="1000"/>
              </a:spcBef>
              <a:spcAft>
                <a:spcPts val="0"/>
              </a:spcAft>
              <a:buNone/>
            </a:pPr>
            <a:endParaRPr sz="2000" b="1" dirty="0"/>
          </a:p>
        </p:txBody>
      </p:sp>
      <p:sp>
        <p:nvSpPr>
          <p:cNvPr id="152" name="Google Shape;152;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2060"/>
              </a:buClr>
              <a:buSzPts val="1400"/>
              <a:buFont typeface="Bookman Old Style"/>
              <a:buNone/>
            </a:pPr>
            <a:fld id="{00000000-1234-1234-1234-123412341234}" type="slidenum">
              <a:rPr lang="en-US" sz="1400" b="1" i="0" u="none" strike="noStrike" cap="none">
                <a:solidFill>
                  <a:srgbClr val="002060"/>
                </a:solidFill>
                <a:latin typeface="Bookman Old Style"/>
                <a:ea typeface="Bookman Old Style"/>
                <a:cs typeface="Bookman Old Style"/>
                <a:sym typeface="Bookman Old Style"/>
              </a:rPr>
              <a:t>2</a:t>
            </a:fld>
            <a:endParaRPr sz="1400" b="1" i="0" u="none" strike="noStrike" cap="none">
              <a:solidFill>
                <a:srgbClr val="002060"/>
              </a:solidFill>
              <a:latin typeface="Bookman Old Style"/>
              <a:ea typeface="Bookman Old Style"/>
              <a:cs typeface="Bookman Old Style"/>
              <a:sym typeface="Bookman Old Style"/>
            </a:endParaRPr>
          </a:p>
        </p:txBody>
      </p:sp>
      <p:sp>
        <p:nvSpPr>
          <p:cNvPr id="3" name="Date Placeholder 2">
            <a:extLst>
              <a:ext uri="{FF2B5EF4-FFF2-40B4-BE49-F238E27FC236}">
                <a16:creationId xmlns:a16="http://schemas.microsoft.com/office/drawing/2014/main" id="{3156723A-3023-604D-65FC-296E7F7133C5}"/>
              </a:ext>
            </a:extLst>
          </p:cNvPr>
          <p:cNvSpPr>
            <a:spLocks noGrp="1"/>
          </p:cNvSpPr>
          <p:nvPr>
            <p:ph type="dt" idx="10"/>
          </p:nvPr>
        </p:nvSpPr>
        <p:spPr/>
        <p:txBody>
          <a:bodyPr/>
          <a:lstStyle/>
          <a:p>
            <a:fld id="{6F3F4EBE-5575-44DC-AAC2-D94CF3790F4B}" type="datetime2">
              <a:rPr lang="en-US" smtClean="0"/>
              <a:t>Thursday, May 29, 2025</a:t>
            </a:fld>
            <a:endParaRPr lang="en-US" dirty="0"/>
          </a:p>
        </p:txBody>
      </p:sp>
      <p:sp>
        <p:nvSpPr>
          <p:cNvPr id="2" name="Google Shape;187;p22">
            <a:extLst>
              <a:ext uri="{FF2B5EF4-FFF2-40B4-BE49-F238E27FC236}">
                <a16:creationId xmlns:a16="http://schemas.microsoft.com/office/drawing/2014/main" id="{133750F7-2E3B-25F5-1806-AE6A4C7F9183}"/>
              </a:ext>
            </a:extLst>
          </p:cNvPr>
          <p:cNvSpPr txBox="1"/>
          <p:nvPr/>
        </p:nvSpPr>
        <p:spPr>
          <a:xfrm>
            <a:off x="4569513" y="6338800"/>
            <a:ext cx="3085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Font typeface="Arial"/>
              <a:buNone/>
            </a:pPr>
            <a:r>
              <a:rPr lang="en-US" b="1" dirty="0">
                <a:solidFill>
                  <a:srgbClr val="002060"/>
                </a:solidFill>
                <a:latin typeface="Bookman Old Style"/>
                <a:ea typeface="Bookman Old Style"/>
                <a:cs typeface="Bookman Old Style"/>
                <a:sym typeface="Bookman Old Style"/>
              </a:rPr>
              <a:t>© BVRIT CSE(AIML)</a:t>
            </a:r>
            <a:endParaRPr sz="2000" dirty="0">
              <a:solidFill>
                <a:schemeClr val="dk1"/>
              </a:solidFill>
              <a:latin typeface="Bookman Old Style"/>
              <a:ea typeface="Bookman Old Style"/>
              <a:cs typeface="Bookman Old Style"/>
              <a:sym typeface="Bookman Old Styl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2"/>
          <p:cNvSpPr txBox="1">
            <a:spLocks noGrp="1"/>
          </p:cNvSpPr>
          <p:nvPr>
            <p:ph type="title"/>
          </p:nvPr>
        </p:nvSpPr>
        <p:spPr>
          <a:xfrm>
            <a:off x="1128713" y="138113"/>
            <a:ext cx="9768000" cy="595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Introduction</a:t>
            </a:r>
            <a:endParaRPr dirty="0"/>
          </a:p>
        </p:txBody>
      </p:sp>
      <p:sp>
        <p:nvSpPr>
          <p:cNvPr id="181" name="Google Shape;181;p22"/>
          <p:cNvSpPr txBox="1">
            <a:spLocks noGrp="1"/>
          </p:cNvSpPr>
          <p:nvPr>
            <p:ph type="body" idx="1"/>
          </p:nvPr>
        </p:nvSpPr>
        <p:spPr>
          <a:xfrm>
            <a:off x="335666" y="1416450"/>
            <a:ext cx="7147284" cy="4818000"/>
          </a:xfrm>
          <a:prstGeom prst="rect">
            <a:avLst/>
          </a:prstGeom>
        </p:spPr>
        <p:txBody>
          <a:bodyPr spcFirstLastPara="1" wrap="square" lIns="91425" tIns="45700" rIns="91425" bIns="45700" anchor="t" anchorCtr="0">
            <a:noAutofit/>
          </a:bodyPr>
          <a:lstStyle/>
          <a:p>
            <a:pPr marL="342900" indent="-342900">
              <a:buSzPct val="80000"/>
            </a:pPr>
            <a:r>
              <a:rPr lang="en-US" sz="1800" b="1" dirty="0"/>
              <a:t>Natural Language Processing (NLP) </a:t>
            </a:r>
            <a:r>
              <a:rPr lang="en-US" sz="1800" dirty="0"/>
              <a:t>is a subfield of AI that enables machines to interpret, generate, and interact using human language.</a:t>
            </a:r>
          </a:p>
          <a:p>
            <a:pPr marL="342900" indent="-342900">
              <a:buSzPct val="80000"/>
            </a:pPr>
            <a:r>
              <a:rPr lang="en-US" sz="1800" dirty="0"/>
              <a:t>Sequence Labeling is a foundational NLP task that involves assigning a categorical label to each token in a text sequence (e.g., a word or character).</a:t>
            </a:r>
          </a:p>
          <a:p>
            <a:pPr marL="342900" indent="-342900">
              <a:buSzPct val="80000"/>
            </a:pPr>
            <a:r>
              <a:rPr lang="en-US" sz="1800" dirty="0"/>
              <a:t>It is essential for tasks like Named Entity Recognition (NER), Part-of-Speech (</a:t>
            </a:r>
            <a:r>
              <a:rPr lang="en-US" sz="1800" dirty="0" err="1"/>
              <a:t>PoS</a:t>
            </a:r>
            <a:r>
              <a:rPr lang="en-US" sz="1800" dirty="0"/>
              <a:t>) Tagging, Chunking, Semantic Role Labeling (SRL), and Grammatical Error Detection (GED).</a:t>
            </a:r>
          </a:p>
          <a:p>
            <a:pPr marL="342900" indent="-342900">
              <a:buSzPct val="80000"/>
            </a:pPr>
            <a:r>
              <a:rPr lang="en-US" sz="1800" dirty="0"/>
              <a:t>Accurate sequence labeling is critical in real-world applications such as chatbots, information extraction, voice assistants, and grammar checking tools.</a:t>
            </a:r>
            <a:endParaRPr sz="1800" dirty="0"/>
          </a:p>
          <a:p>
            <a:pPr marL="0" lvl="0" indent="0" algn="just" rtl="0">
              <a:spcBef>
                <a:spcPts val="1000"/>
              </a:spcBef>
              <a:spcAft>
                <a:spcPts val="0"/>
              </a:spcAft>
              <a:buSzPct val="80000"/>
              <a:buNone/>
            </a:pPr>
            <a:endParaRPr sz="2100" dirty="0"/>
          </a:p>
        </p:txBody>
      </p:sp>
      <p:sp>
        <p:nvSpPr>
          <p:cNvPr id="182" name="Google Shape;182;p2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
        <p:nvSpPr>
          <p:cNvPr id="183" name="Google Shape;183;p22"/>
          <p:cNvSpPr txBox="1"/>
          <p:nvPr/>
        </p:nvSpPr>
        <p:spPr>
          <a:xfrm>
            <a:off x="7750975" y="1464475"/>
            <a:ext cx="44826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3200">
              <a:solidFill>
                <a:schemeClr val="dk1"/>
              </a:solidFill>
              <a:latin typeface="Bookman Old Style"/>
              <a:ea typeface="Bookman Old Style"/>
              <a:cs typeface="Bookman Old Style"/>
              <a:sym typeface="Bookman Old Style"/>
            </a:endParaRPr>
          </a:p>
        </p:txBody>
      </p:sp>
      <p:pic>
        <p:nvPicPr>
          <p:cNvPr id="184" name="Google Shape;184;p22"/>
          <p:cNvPicPr preferRelativeResize="0"/>
          <p:nvPr/>
        </p:nvPicPr>
        <p:blipFill>
          <a:blip r:embed="rId3">
            <a:alphaModFix/>
          </a:blip>
          <a:stretch>
            <a:fillRect/>
          </a:stretch>
        </p:blipFill>
        <p:spPr>
          <a:xfrm>
            <a:off x="7783429" y="1662101"/>
            <a:ext cx="4072905" cy="3187366"/>
          </a:xfrm>
          <a:prstGeom prst="rect">
            <a:avLst/>
          </a:prstGeom>
          <a:noFill/>
          <a:ln>
            <a:noFill/>
          </a:ln>
        </p:spPr>
      </p:pic>
      <p:sp>
        <p:nvSpPr>
          <p:cNvPr id="186" name="Google Shape;186;p22"/>
          <p:cNvSpPr txBox="1"/>
          <p:nvPr/>
        </p:nvSpPr>
        <p:spPr>
          <a:xfrm>
            <a:off x="7042150" y="6547500"/>
            <a:ext cx="2878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3200">
              <a:solidFill>
                <a:schemeClr val="dk1"/>
              </a:solidFill>
              <a:latin typeface="Bookman Old Style"/>
              <a:ea typeface="Bookman Old Style"/>
              <a:cs typeface="Bookman Old Style"/>
              <a:sym typeface="Bookman Old Style"/>
            </a:endParaRPr>
          </a:p>
        </p:txBody>
      </p:sp>
      <p:sp>
        <p:nvSpPr>
          <p:cNvPr id="187" name="Google Shape;187;p22"/>
          <p:cNvSpPr txBox="1"/>
          <p:nvPr/>
        </p:nvSpPr>
        <p:spPr>
          <a:xfrm>
            <a:off x="4569513" y="6338800"/>
            <a:ext cx="3085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Font typeface="Arial"/>
              <a:buNone/>
            </a:pPr>
            <a:r>
              <a:rPr lang="en-US" b="1" dirty="0">
                <a:solidFill>
                  <a:srgbClr val="002060"/>
                </a:solidFill>
                <a:latin typeface="Bookman Old Style"/>
                <a:ea typeface="Bookman Old Style"/>
                <a:cs typeface="Bookman Old Style"/>
                <a:sym typeface="Bookman Old Style"/>
              </a:rPr>
              <a:t>© BVRIT CSE(AIML)</a:t>
            </a:r>
            <a:endParaRPr sz="2000" dirty="0">
              <a:solidFill>
                <a:schemeClr val="dk1"/>
              </a:solidFill>
              <a:latin typeface="Bookman Old Style"/>
              <a:ea typeface="Bookman Old Style"/>
              <a:cs typeface="Bookman Old Style"/>
              <a:sym typeface="Bookman Old Style"/>
            </a:endParaRPr>
          </a:p>
        </p:txBody>
      </p:sp>
      <p:sp>
        <p:nvSpPr>
          <p:cNvPr id="4" name="Date Placeholder 3">
            <a:extLst>
              <a:ext uri="{FF2B5EF4-FFF2-40B4-BE49-F238E27FC236}">
                <a16:creationId xmlns:a16="http://schemas.microsoft.com/office/drawing/2014/main" id="{EFD7910F-AB76-4594-99D2-781475A70461}"/>
              </a:ext>
            </a:extLst>
          </p:cNvPr>
          <p:cNvSpPr>
            <a:spLocks noGrp="1"/>
          </p:cNvSpPr>
          <p:nvPr>
            <p:ph type="dt" idx="10"/>
          </p:nvPr>
        </p:nvSpPr>
        <p:spPr>
          <a:xfrm>
            <a:off x="796713" y="6373875"/>
            <a:ext cx="2743200" cy="365125"/>
          </a:xfrm>
        </p:spPr>
        <p:txBody>
          <a:bodyPr/>
          <a:lstStyle/>
          <a:p>
            <a:fld id="{3946D0F4-7737-4BF8-88DF-8BEDEE07E210}" type="datetime2">
              <a:rPr lang="en-US" smtClean="0"/>
              <a:t>Thursday, May 29, 2025</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2214A-4031-A2BE-7590-E94270887196}"/>
              </a:ext>
            </a:extLst>
          </p:cNvPr>
          <p:cNvSpPr>
            <a:spLocks noGrp="1"/>
          </p:cNvSpPr>
          <p:nvPr>
            <p:ph type="title"/>
          </p:nvPr>
        </p:nvSpPr>
        <p:spPr/>
        <p:txBody>
          <a:bodyPr/>
          <a:lstStyle/>
          <a:p>
            <a:r>
              <a:rPr lang="en-IN" dirty="0"/>
              <a:t>Abstract</a:t>
            </a:r>
          </a:p>
        </p:txBody>
      </p:sp>
      <p:sp>
        <p:nvSpPr>
          <p:cNvPr id="3" name="Text Placeholder 2">
            <a:extLst>
              <a:ext uri="{FF2B5EF4-FFF2-40B4-BE49-F238E27FC236}">
                <a16:creationId xmlns:a16="http://schemas.microsoft.com/office/drawing/2014/main" id="{AA633E89-BF0C-257D-1B9E-03585038E989}"/>
              </a:ext>
            </a:extLst>
          </p:cNvPr>
          <p:cNvSpPr>
            <a:spLocks noGrp="1"/>
          </p:cNvSpPr>
          <p:nvPr>
            <p:ph type="body" idx="1"/>
          </p:nvPr>
        </p:nvSpPr>
        <p:spPr>
          <a:xfrm>
            <a:off x="380518" y="1236119"/>
            <a:ext cx="10597587" cy="4840589"/>
          </a:xfrm>
        </p:spPr>
        <p:txBody>
          <a:bodyPr/>
          <a:lstStyle/>
          <a:p>
            <a:pPr marL="457200" marR="0" indent="-347472" algn="just" rtl="0">
              <a:lnSpc>
                <a:spcPct val="90000"/>
              </a:lnSpc>
              <a:spcBef>
                <a:spcPts val="1000"/>
              </a:spcBef>
              <a:buClr>
                <a:schemeClr val="dk1"/>
              </a:buClr>
              <a:buSzPts val="1800"/>
              <a:buFont typeface="Arial" panose="020B0604020202020204" pitchFamily="34" charset="0"/>
              <a:buChar char="•"/>
            </a:pPr>
            <a:r>
              <a:rPr lang="en-US" sz="2200" b="0" i="0" dirty="0">
                <a:solidFill>
                  <a:srgbClr val="000000"/>
                </a:solidFill>
                <a:effectLst/>
                <a:latin typeface="Bookman Old Style" panose="02050604050505020204" pitchFamily="18" charset="0"/>
                <a:ea typeface="Bookman Old Style" panose="02050604050505020204" pitchFamily="18" charset="0"/>
                <a:cs typeface="Bookman Old Style" panose="02050604050505020204" pitchFamily="18" charset="0"/>
              </a:rPr>
              <a:t>Despite its central role, sequence labeling faces persistent challenges. Traditional models, which often rely on supervised learning with pre-trained language models followed by sequence taggers such as Conditional Random Fields (CRFs), are highly dependent on the quality and domain coverage of annotated training data. This reliance leads to performance degradation in the presence of domain </a:t>
            </a:r>
            <a:r>
              <a:rPr lang="en-US" sz="2200" b="0" i="0">
                <a:solidFill>
                  <a:srgbClr val="000000"/>
                </a:solidFill>
                <a:effectLst/>
                <a:latin typeface="Bookman Old Style" panose="02050604050505020204" pitchFamily="18" charset="0"/>
                <a:ea typeface="Bookman Old Style" panose="02050604050505020204" pitchFamily="18" charset="0"/>
                <a:cs typeface="Bookman Old Style" panose="02050604050505020204" pitchFamily="18" charset="0"/>
              </a:rPr>
              <a:t>shifts </a:t>
            </a:r>
            <a:endParaRPr lang="en-US" sz="2200">
              <a:solidFill>
                <a:srgbClr val="000000"/>
              </a:solidFill>
              <a:latin typeface="Bookman Old Style" panose="02050604050505020204" pitchFamily="18" charset="0"/>
              <a:ea typeface="Bookman Old Style" panose="02050604050505020204" pitchFamily="18" charset="0"/>
              <a:cs typeface="Bookman Old Style" panose="02050604050505020204" pitchFamily="18" charset="0"/>
            </a:endParaRPr>
          </a:p>
          <a:p>
            <a:pPr marL="457200" marR="0" indent="-347472" algn="just" rtl="0">
              <a:lnSpc>
                <a:spcPct val="90000"/>
              </a:lnSpc>
              <a:spcBef>
                <a:spcPts val="1000"/>
              </a:spcBef>
              <a:buClr>
                <a:schemeClr val="dk1"/>
              </a:buClr>
              <a:buSzPts val="1800"/>
              <a:buFont typeface="Arial" panose="020B0604020202020204" pitchFamily="34" charset="0"/>
              <a:buChar char="•"/>
            </a:pPr>
            <a:r>
              <a:rPr lang="en-US" sz="2200"/>
              <a:t>Our </a:t>
            </a:r>
            <a:r>
              <a:rPr lang="en-US" sz="2200" dirty="0"/>
              <a:t>Goal in this project is to create a GAN based that is capable of handling domain shifts and enhances sequence labelling tasks.</a:t>
            </a:r>
            <a:endParaRPr lang="en-IN" sz="2200" dirty="0"/>
          </a:p>
        </p:txBody>
      </p:sp>
      <p:sp>
        <p:nvSpPr>
          <p:cNvPr id="5" name="Slide Number Placeholder 4">
            <a:extLst>
              <a:ext uri="{FF2B5EF4-FFF2-40B4-BE49-F238E27FC236}">
                <a16:creationId xmlns:a16="http://schemas.microsoft.com/office/drawing/2014/main" id="{29471FD6-71A5-C1A5-2DB8-3C08E7C4726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
        <p:nvSpPr>
          <p:cNvPr id="7" name="Date Placeholder 6">
            <a:extLst>
              <a:ext uri="{FF2B5EF4-FFF2-40B4-BE49-F238E27FC236}">
                <a16:creationId xmlns:a16="http://schemas.microsoft.com/office/drawing/2014/main" id="{174947F0-3137-B930-DD37-2E0A34532C2D}"/>
              </a:ext>
            </a:extLst>
          </p:cNvPr>
          <p:cNvSpPr>
            <a:spLocks noGrp="1"/>
          </p:cNvSpPr>
          <p:nvPr>
            <p:ph type="dt" idx="10"/>
          </p:nvPr>
        </p:nvSpPr>
        <p:spPr/>
        <p:txBody>
          <a:bodyPr/>
          <a:lstStyle/>
          <a:p>
            <a:fld id="{7AD04EB7-600C-473A-816A-5A745761682F}" type="datetime2">
              <a:rPr lang="en-US" smtClean="0"/>
              <a:t>Thursday, May 29, 2025</a:t>
            </a:fld>
            <a:endParaRPr lang="en-US"/>
          </a:p>
        </p:txBody>
      </p:sp>
      <p:sp>
        <p:nvSpPr>
          <p:cNvPr id="4" name="Google Shape;187;p22">
            <a:extLst>
              <a:ext uri="{FF2B5EF4-FFF2-40B4-BE49-F238E27FC236}">
                <a16:creationId xmlns:a16="http://schemas.microsoft.com/office/drawing/2014/main" id="{50AF9794-EB73-CEFC-8850-8AFE32390A00}"/>
              </a:ext>
            </a:extLst>
          </p:cNvPr>
          <p:cNvSpPr txBox="1"/>
          <p:nvPr/>
        </p:nvSpPr>
        <p:spPr>
          <a:xfrm>
            <a:off x="4569513" y="6338800"/>
            <a:ext cx="3085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Font typeface="Arial"/>
              <a:buNone/>
            </a:pPr>
            <a:r>
              <a:rPr lang="en-US" b="1" dirty="0">
                <a:solidFill>
                  <a:srgbClr val="002060"/>
                </a:solidFill>
                <a:latin typeface="Bookman Old Style"/>
                <a:ea typeface="Bookman Old Style"/>
                <a:cs typeface="Bookman Old Style"/>
                <a:sym typeface="Bookman Old Style"/>
              </a:rPr>
              <a:t>© BVRIT CSE(AIML)</a:t>
            </a:r>
            <a:endParaRPr sz="2000" dirty="0">
              <a:solidFill>
                <a:schemeClr val="dk1"/>
              </a:solidFill>
              <a:latin typeface="Bookman Old Style"/>
              <a:ea typeface="Bookman Old Style"/>
              <a:cs typeface="Bookman Old Style"/>
              <a:sym typeface="Bookman Old Style"/>
            </a:endParaRPr>
          </a:p>
        </p:txBody>
      </p:sp>
    </p:spTree>
    <p:extLst>
      <p:ext uri="{BB962C8B-B14F-4D97-AF65-F5344CB8AC3E}">
        <p14:creationId xmlns:p14="http://schemas.microsoft.com/office/powerpoint/2010/main" val="4141707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0"/>
          <p:cNvSpPr txBox="1">
            <a:spLocks noGrp="1"/>
          </p:cNvSpPr>
          <p:nvPr>
            <p:ph type="title"/>
          </p:nvPr>
        </p:nvSpPr>
        <p:spPr>
          <a:xfrm>
            <a:off x="1128713" y="138113"/>
            <a:ext cx="9768000" cy="595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dirty="0"/>
              <a:t>Problem Statement: </a:t>
            </a:r>
            <a:endParaRPr dirty="0">
              <a:solidFill>
                <a:schemeClr val="dk1"/>
              </a:solidFill>
            </a:endParaRPr>
          </a:p>
        </p:txBody>
      </p:sp>
      <p:sp>
        <p:nvSpPr>
          <p:cNvPr id="161" name="Google Shape;161;p20"/>
          <p:cNvSpPr txBox="1">
            <a:spLocks noGrp="1"/>
          </p:cNvSpPr>
          <p:nvPr>
            <p:ph type="body" idx="1"/>
          </p:nvPr>
        </p:nvSpPr>
        <p:spPr>
          <a:xfrm>
            <a:off x="86475" y="1350112"/>
            <a:ext cx="11852476" cy="4988688"/>
          </a:xfrm>
          <a:prstGeom prst="rect">
            <a:avLst/>
          </a:prstGeom>
        </p:spPr>
        <p:txBody>
          <a:bodyPr spcFirstLastPara="1" wrap="square" lIns="91425" tIns="45700" rIns="91425" bIns="45700" anchor="t" anchorCtr="0">
            <a:noAutofit/>
          </a:bodyPr>
          <a:lstStyle/>
          <a:p>
            <a:pPr indent="-457200">
              <a:buSzPct val="75000"/>
              <a:buFont typeface="Arial" panose="020B0604020202020204" pitchFamily="34" charset="0"/>
              <a:buChar char="•"/>
            </a:pPr>
            <a:r>
              <a:rPr lang="en-US" sz="2000" b="1" dirty="0"/>
              <a:t>Difficulty in Sequence Labeling: </a:t>
            </a:r>
            <a:r>
              <a:rPr lang="en-US" sz="2000" dirty="0"/>
              <a:t>Traditional models often struggle with tasks like NER and </a:t>
            </a:r>
            <a:r>
              <a:rPr lang="en-US" sz="2000" dirty="0" err="1"/>
              <a:t>PoS</a:t>
            </a:r>
            <a:r>
              <a:rPr lang="en-US" sz="2000" dirty="0"/>
              <a:t> tagging due to the challenges of handling unseen words and out-of-domain data.</a:t>
            </a:r>
          </a:p>
          <a:p>
            <a:pPr indent="-457200">
              <a:buSzPct val="75000"/>
              <a:buFont typeface="Arial" panose="020B0604020202020204" pitchFamily="34" charset="0"/>
              <a:buChar char="•"/>
            </a:pPr>
            <a:r>
              <a:rPr lang="en-US" sz="2000" b="1" dirty="0"/>
              <a:t>Need for Robust Models: </a:t>
            </a:r>
            <a:r>
              <a:rPr lang="en-US" sz="2000" dirty="0"/>
              <a:t>Current models are limited by their dependency on labeled data, making them vulnerable to performance degradation when faced with domain shifts or new words.</a:t>
            </a:r>
          </a:p>
          <a:p>
            <a:pPr indent="-457200">
              <a:buSzPct val="75000"/>
              <a:buFont typeface="Arial" panose="020B0604020202020204" pitchFamily="34" charset="0"/>
              <a:buChar char="•"/>
            </a:pPr>
            <a:r>
              <a:rPr lang="en-US" sz="2000" b="1" dirty="0"/>
              <a:t>Lack of Adaptability: </a:t>
            </a:r>
            <a:r>
              <a:rPr lang="en-US" sz="2000" dirty="0"/>
              <a:t>Many traditional models lack flexibility across multiple tasks and languages.</a:t>
            </a:r>
          </a:p>
          <a:p>
            <a:pPr indent="-457200">
              <a:buSzPct val="75000"/>
              <a:buFont typeface="Arial" panose="020B0604020202020204" pitchFamily="34" charset="0"/>
              <a:buChar char="•"/>
            </a:pPr>
            <a:r>
              <a:rPr lang="en-US" sz="2000" b="1" dirty="0"/>
              <a:t>Need for Lightweight Models: </a:t>
            </a:r>
            <a:r>
              <a:rPr lang="en-US" sz="2000" dirty="0"/>
              <a:t>We’ve seen various BERT based approaches to this problem but they’re computationally expensive and take up valuable time in Real time scenarios.</a:t>
            </a:r>
            <a:endParaRPr sz="2000" b="1" dirty="0"/>
          </a:p>
        </p:txBody>
      </p:sp>
      <p:sp>
        <p:nvSpPr>
          <p:cNvPr id="162" name="Google Shape;162;p2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
        <p:nvSpPr>
          <p:cNvPr id="164" name="Google Shape;164;p20"/>
          <p:cNvSpPr txBox="1"/>
          <p:nvPr/>
        </p:nvSpPr>
        <p:spPr>
          <a:xfrm>
            <a:off x="4723050" y="6356350"/>
            <a:ext cx="3416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US" b="1">
                <a:solidFill>
                  <a:srgbClr val="002060"/>
                </a:solidFill>
                <a:latin typeface="Bookman Old Style"/>
                <a:ea typeface="Bookman Old Style"/>
                <a:cs typeface="Bookman Old Style"/>
                <a:sym typeface="Bookman Old Style"/>
              </a:rPr>
              <a:t>© BVRIT CSE(AIML)</a:t>
            </a:r>
            <a:endParaRPr sz="2000">
              <a:solidFill>
                <a:schemeClr val="dk1"/>
              </a:solidFill>
              <a:latin typeface="Bookman Old Style"/>
              <a:ea typeface="Bookman Old Style"/>
              <a:cs typeface="Bookman Old Style"/>
              <a:sym typeface="Bookman Old Style"/>
            </a:endParaRPr>
          </a:p>
        </p:txBody>
      </p:sp>
      <p:sp>
        <p:nvSpPr>
          <p:cNvPr id="4" name="Date Placeholder 3">
            <a:extLst>
              <a:ext uri="{FF2B5EF4-FFF2-40B4-BE49-F238E27FC236}">
                <a16:creationId xmlns:a16="http://schemas.microsoft.com/office/drawing/2014/main" id="{02262742-1663-49F8-E501-02C645CE8CA7}"/>
              </a:ext>
            </a:extLst>
          </p:cNvPr>
          <p:cNvSpPr>
            <a:spLocks noGrp="1"/>
          </p:cNvSpPr>
          <p:nvPr>
            <p:ph type="dt" idx="10"/>
          </p:nvPr>
        </p:nvSpPr>
        <p:spPr>
          <a:xfrm>
            <a:off x="657875" y="6391425"/>
            <a:ext cx="2743200" cy="365125"/>
          </a:xfrm>
        </p:spPr>
        <p:txBody>
          <a:bodyPr/>
          <a:lstStyle/>
          <a:p>
            <a:fld id="{E5E125BB-C93B-46FA-89D6-8A971F2D22D8}" type="datetime2">
              <a:rPr lang="en-US" smtClean="0"/>
              <a:t>Thursday, May 29, 2025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3"/>
          <p:cNvSpPr txBox="1">
            <a:spLocks noGrp="1"/>
          </p:cNvSpPr>
          <p:nvPr>
            <p:ph type="title"/>
          </p:nvPr>
        </p:nvSpPr>
        <p:spPr>
          <a:xfrm>
            <a:off x="1128713" y="138113"/>
            <a:ext cx="9767887" cy="59531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400"/>
              <a:buNone/>
            </a:pPr>
            <a:r>
              <a:rPr lang="en-US">
                <a:latin typeface="Cambria"/>
                <a:ea typeface="Cambria"/>
                <a:cs typeface="Cambria"/>
                <a:sym typeface="Cambria"/>
              </a:rPr>
              <a:t>Literature Survey </a:t>
            </a:r>
            <a:endParaRPr/>
          </a:p>
        </p:txBody>
      </p:sp>
      <p:graphicFrame>
        <p:nvGraphicFramePr>
          <p:cNvPr id="176" name="Google Shape;176;p23"/>
          <p:cNvGraphicFramePr/>
          <p:nvPr>
            <p:extLst>
              <p:ext uri="{D42A27DB-BD31-4B8C-83A1-F6EECF244321}">
                <p14:modId xmlns:p14="http://schemas.microsoft.com/office/powerpoint/2010/main" val="156892256"/>
              </p:ext>
            </p:extLst>
          </p:nvPr>
        </p:nvGraphicFramePr>
        <p:xfrm>
          <a:off x="451441" y="1229044"/>
          <a:ext cx="11122429" cy="4399912"/>
        </p:xfrm>
        <a:graphic>
          <a:graphicData uri="http://schemas.openxmlformats.org/drawingml/2006/table">
            <a:tbl>
              <a:tblPr firstRow="1" bandRow="1">
                <a:noFill/>
              </a:tblPr>
              <a:tblGrid>
                <a:gridCol w="732955">
                  <a:extLst>
                    <a:ext uri="{9D8B030D-6E8A-4147-A177-3AD203B41FA5}">
                      <a16:colId xmlns:a16="http://schemas.microsoft.com/office/drawing/2014/main" val="20000"/>
                    </a:ext>
                  </a:extLst>
                </a:gridCol>
                <a:gridCol w="1649148">
                  <a:extLst>
                    <a:ext uri="{9D8B030D-6E8A-4147-A177-3AD203B41FA5}">
                      <a16:colId xmlns:a16="http://schemas.microsoft.com/office/drawing/2014/main" val="20001"/>
                    </a:ext>
                  </a:extLst>
                </a:gridCol>
                <a:gridCol w="1282670">
                  <a:extLst>
                    <a:ext uri="{9D8B030D-6E8A-4147-A177-3AD203B41FA5}">
                      <a16:colId xmlns:a16="http://schemas.microsoft.com/office/drawing/2014/main" val="20002"/>
                    </a:ext>
                  </a:extLst>
                </a:gridCol>
                <a:gridCol w="1863853">
                  <a:extLst>
                    <a:ext uri="{9D8B030D-6E8A-4147-A177-3AD203B41FA5}">
                      <a16:colId xmlns:a16="http://schemas.microsoft.com/office/drawing/2014/main" val="20003"/>
                    </a:ext>
                  </a:extLst>
                </a:gridCol>
                <a:gridCol w="1709301">
                  <a:extLst>
                    <a:ext uri="{9D8B030D-6E8A-4147-A177-3AD203B41FA5}">
                      <a16:colId xmlns:a16="http://schemas.microsoft.com/office/drawing/2014/main" val="20004"/>
                    </a:ext>
                  </a:extLst>
                </a:gridCol>
                <a:gridCol w="1954163">
                  <a:extLst>
                    <a:ext uri="{9D8B030D-6E8A-4147-A177-3AD203B41FA5}">
                      <a16:colId xmlns:a16="http://schemas.microsoft.com/office/drawing/2014/main" val="20005"/>
                    </a:ext>
                  </a:extLst>
                </a:gridCol>
                <a:gridCol w="1930339">
                  <a:extLst>
                    <a:ext uri="{9D8B030D-6E8A-4147-A177-3AD203B41FA5}">
                      <a16:colId xmlns:a16="http://schemas.microsoft.com/office/drawing/2014/main" val="20006"/>
                    </a:ext>
                  </a:extLst>
                </a:gridCol>
              </a:tblGrid>
              <a:tr h="915987">
                <a:tc>
                  <a:txBody>
                    <a:bodyPr/>
                    <a:lstStyle/>
                    <a:p>
                      <a:pPr marL="0" marR="0" lvl="0" indent="0" algn="l" rtl="0">
                        <a:lnSpc>
                          <a:spcPct val="100000"/>
                        </a:lnSpc>
                        <a:spcBef>
                          <a:spcPts val="0"/>
                        </a:spcBef>
                        <a:spcAft>
                          <a:spcPts val="0"/>
                        </a:spcAft>
                        <a:buClr>
                          <a:srgbClr val="000000"/>
                        </a:buClr>
                        <a:buSzPts val="1050"/>
                        <a:buFont typeface="Arial"/>
                        <a:buNone/>
                      </a:pPr>
                      <a:endParaRPr sz="1050" b="1" u="none" strike="noStrike" cap="none">
                        <a:latin typeface="Bookman Old Style"/>
                        <a:ea typeface="Bookman Old Style"/>
                        <a:cs typeface="Bookman Old Style"/>
                        <a:sym typeface="Bookman Old Style"/>
                      </a:endParaRPr>
                    </a:p>
                    <a:p>
                      <a:pPr marL="90805" marR="0" lvl="0" indent="0" algn="l" rtl="0">
                        <a:lnSpc>
                          <a:spcPct val="100000"/>
                        </a:lnSpc>
                        <a:spcBef>
                          <a:spcPts val="0"/>
                        </a:spcBef>
                        <a:spcAft>
                          <a:spcPts val="0"/>
                        </a:spcAft>
                        <a:buClr>
                          <a:srgbClr val="000000"/>
                        </a:buClr>
                        <a:buSzPts val="1600"/>
                        <a:buFont typeface="Arial"/>
                        <a:buNone/>
                      </a:pPr>
                      <a:r>
                        <a:rPr lang="en-US" sz="1600" b="1" u="none" strike="noStrike" cap="none">
                          <a:latin typeface="Bookman Old Style"/>
                          <a:ea typeface="Bookman Old Style"/>
                          <a:cs typeface="Bookman Old Style"/>
                          <a:sym typeface="Bookman Old Style"/>
                        </a:rPr>
                        <a:t>Year</a:t>
                      </a:r>
                      <a:endParaRPr sz="1600" b="1" u="none" strike="noStrike" cap="none">
                        <a:latin typeface="Bookman Old Style"/>
                        <a:ea typeface="Bookman Old Style"/>
                        <a:cs typeface="Bookman Old Style"/>
                        <a:sym typeface="Bookman Old Style"/>
                      </a:endParaRPr>
                    </a:p>
                  </a:txBody>
                  <a:tcPr marL="0" marR="0" marT="43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1440" marR="275590" lvl="0" indent="0" algn="l" rtl="0">
                        <a:lnSpc>
                          <a:spcPct val="100000"/>
                        </a:lnSpc>
                        <a:spcBef>
                          <a:spcPts val="0"/>
                        </a:spcBef>
                        <a:spcAft>
                          <a:spcPts val="0"/>
                        </a:spcAft>
                        <a:buClr>
                          <a:srgbClr val="000000"/>
                        </a:buClr>
                        <a:buSzPts val="1600"/>
                        <a:buFont typeface="Arial"/>
                        <a:buNone/>
                      </a:pPr>
                      <a:r>
                        <a:rPr lang="en-US" sz="1600" b="1" u="none" strike="noStrike" cap="none">
                          <a:latin typeface="Bookman Old Style"/>
                          <a:ea typeface="Bookman Old Style"/>
                          <a:cs typeface="Bookman Old Style"/>
                          <a:sym typeface="Bookman Old Style"/>
                        </a:rPr>
                        <a:t>Author Name</a:t>
                      </a:r>
                      <a:endParaRPr sz="1600" b="1" u="none" strike="noStrike" cap="none">
                        <a:latin typeface="Bookman Old Style"/>
                        <a:ea typeface="Bookman Old Style"/>
                        <a:cs typeface="Bookman Old Style"/>
                        <a:sym typeface="Bookman Old Style"/>
                      </a:endParaRPr>
                    </a:p>
                  </a:txBody>
                  <a:tcPr marL="0" marR="0" marT="1695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600"/>
                        <a:buFont typeface="Arial"/>
                        <a:buNone/>
                      </a:pPr>
                      <a:endParaRPr sz="1600" b="1" u="none" strike="noStrike" cap="none">
                        <a:latin typeface="Bookman Old Style"/>
                        <a:ea typeface="Bookman Old Style"/>
                        <a:cs typeface="Bookman Old Style"/>
                        <a:sym typeface="Bookman Old Style"/>
                      </a:endParaRPr>
                    </a:p>
                    <a:p>
                      <a:pPr marL="91440" marR="0" lvl="0" indent="0" algn="l" rtl="0">
                        <a:lnSpc>
                          <a:spcPct val="100000"/>
                        </a:lnSpc>
                        <a:spcBef>
                          <a:spcPts val="0"/>
                        </a:spcBef>
                        <a:spcAft>
                          <a:spcPts val="0"/>
                        </a:spcAft>
                        <a:buClr>
                          <a:srgbClr val="000000"/>
                        </a:buClr>
                        <a:buSzPts val="1600"/>
                        <a:buFont typeface="Arial"/>
                        <a:buNone/>
                      </a:pPr>
                      <a:r>
                        <a:rPr lang="en-US" sz="1600" b="1" u="none" strike="noStrike" cap="none">
                          <a:latin typeface="Bookman Old Style"/>
                          <a:ea typeface="Bookman Old Style"/>
                          <a:cs typeface="Bookman Old Style"/>
                          <a:sym typeface="Bookman Old Style"/>
                        </a:rPr>
                        <a:t>Title</a:t>
                      </a:r>
                      <a:endParaRPr sz="1600" b="1" u="none" strike="noStrike" cap="none">
                        <a:latin typeface="Bookman Old Style"/>
                        <a:ea typeface="Bookman Old Style"/>
                        <a:cs typeface="Bookman Old Style"/>
                        <a:sym typeface="Bookman Old Style"/>
                      </a:endParaRPr>
                    </a:p>
                  </a:txBody>
                  <a:tcPr marL="0" marR="0" marT="43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1440" marR="681355" lvl="0" indent="0" algn="l" rtl="0">
                        <a:lnSpc>
                          <a:spcPct val="100000"/>
                        </a:lnSpc>
                        <a:spcBef>
                          <a:spcPts val="0"/>
                        </a:spcBef>
                        <a:spcAft>
                          <a:spcPts val="0"/>
                        </a:spcAft>
                        <a:buClr>
                          <a:srgbClr val="000000"/>
                        </a:buClr>
                        <a:buSzPts val="1600"/>
                        <a:buFont typeface="Arial"/>
                        <a:buNone/>
                      </a:pPr>
                      <a:r>
                        <a:rPr lang="en-US" sz="1600" b="1" u="none" strike="noStrike" cap="none" dirty="0">
                          <a:latin typeface="Bookman Old Style"/>
                          <a:ea typeface="Bookman Old Style"/>
                          <a:cs typeface="Bookman Old Style"/>
                          <a:sym typeface="Bookman Old Style"/>
                        </a:rPr>
                        <a:t>Journal Name</a:t>
                      </a:r>
                      <a:endParaRPr sz="1600" b="1" u="none" strike="noStrike" cap="none" dirty="0">
                        <a:latin typeface="Bookman Old Style"/>
                        <a:ea typeface="Bookman Old Style"/>
                        <a:cs typeface="Bookman Old Style"/>
                        <a:sym typeface="Bookman Old Style"/>
                      </a:endParaRPr>
                    </a:p>
                  </a:txBody>
                  <a:tcPr marL="0" marR="0" marT="1695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1440" marR="299085" lvl="0" indent="0" algn="l" rtl="0">
                        <a:lnSpc>
                          <a:spcPct val="100000"/>
                        </a:lnSpc>
                        <a:spcBef>
                          <a:spcPts val="0"/>
                        </a:spcBef>
                        <a:spcAft>
                          <a:spcPts val="0"/>
                        </a:spcAft>
                        <a:buClr>
                          <a:srgbClr val="000000"/>
                        </a:buClr>
                        <a:buSzPts val="1600"/>
                        <a:buFont typeface="Arial"/>
                        <a:buNone/>
                      </a:pPr>
                      <a:r>
                        <a:rPr lang="en-US" sz="1600" b="1" u="none" strike="noStrike" cap="none">
                          <a:latin typeface="Bookman Old Style"/>
                          <a:ea typeface="Bookman Old Style"/>
                          <a:cs typeface="Bookman Old Style"/>
                          <a:sym typeface="Bookman Old Style"/>
                        </a:rPr>
                        <a:t>Research Design</a:t>
                      </a:r>
                      <a:endParaRPr sz="1600" b="1" u="none" strike="noStrike" cap="none">
                        <a:latin typeface="Bookman Old Style"/>
                        <a:ea typeface="Bookman Old Style"/>
                        <a:cs typeface="Bookman Old Style"/>
                        <a:sym typeface="Bookman Old Style"/>
                      </a:endParaRPr>
                    </a:p>
                  </a:txBody>
                  <a:tcPr marL="0" marR="0" marT="1695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1440" marR="189230" lvl="0" indent="0" algn="l" rtl="0">
                        <a:lnSpc>
                          <a:spcPct val="100000"/>
                        </a:lnSpc>
                        <a:spcBef>
                          <a:spcPts val="0"/>
                        </a:spcBef>
                        <a:spcAft>
                          <a:spcPts val="0"/>
                        </a:spcAft>
                        <a:buClr>
                          <a:srgbClr val="000000"/>
                        </a:buClr>
                        <a:buSzPts val="1600"/>
                        <a:buFont typeface="Arial"/>
                        <a:buNone/>
                      </a:pPr>
                      <a:r>
                        <a:rPr lang="en-US" sz="1600" b="1" u="none" strike="noStrike" cap="none">
                          <a:latin typeface="Bookman Old Style"/>
                          <a:ea typeface="Bookman Old Style"/>
                          <a:cs typeface="Bookman Old Style"/>
                          <a:sym typeface="Bookman Old Style"/>
                        </a:rPr>
                        <a:t>Conceptual/     Theoretical framework</a:t>
                      </a:r>
                      <a:endParaRPr sz="1600" b="1" u="none" strike="noStrike" cap="none">
                        <a:latin typeface="Bookman Old Style"/>
                        <a:ea typeface="Bookman Old Style"/>
                        <a:cs typeface="Bookman Old Style"/>
                        <a:sym typeface="Bookman Old Style"/>
                      </a:endParaRPr>
                    </a:p>
                  </a:txBody>
                  <a:tcPr marL="0" marR="0" marT="323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1440" marR="224790" lvl="0" indent="0" algn="l" rtl="0">
                        <a:lnSpc>
                          <a:spcPct val="100000"/>
                        </a:lnSpc>
                        <a:spcBef>
                          <a:spcPts val="0"/>
                        </a:spcBef>
                        <a:spcAft>
                          <a:spcPts val="0"/>
                        </a:spcAft>
                        <a:buClr>
                          <a:srgbClr val="000000"/>
                        </a:buClr>
                        <a:buSzPts val="1600"/>
                        <a:buFont typeface="Arial"/>
                        <a:buNone/>
                      </a:pPr>
                      <a:r>
                        <a:rPr lang="en-US" sz="1600" b="1" u="none" strike="noStrike" cap="none">
                          <a:latin typeface="Bookman Old Style"/>
                          <a:ea typeface="Bookman Old Style"/>
                          <a:cs typeface="Bookman Old Style"/>
                          <a:sym typeface="Bookman Old Style"/>
                        </a:rPr>
                        <a:t>Major theme in paper</a:t>
                      </a:r>
                      <a:endParaRPr sz="1600" b="1" u="none" strike="noStrike" cap="none">
                        <a:latin typeface="Bookman Old Style"/>
                        <a:ea typeface="Bookman Old Style"/>
                        <a:cs typeface="Bookman Old Style"/>
                        <a:sym typeface="Bookman Old Style"/>
                      </a:endParaRPr>
                    </a:p>
                  </a:txBody>
                  <a:tcPr marL="0" marR="0" marT="323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571141">
                <a:tc>
                  <a:txBody>
                    <a:bodyPr/>
                    <a:lstStyle/>
                    <a:p>
                      <a:pPr marL="0" marR="0" lvl="0" indent="0" algn="ctr" rtl="0">
                        <a:lnSpc>
                          <a:spcPct val="100000"/>
                        </a:lnSpc>
                        <a:spcBef>
                          <a:spcPts val="0"/>
                        </a:spcBef>
                        <a:spcAft>
                          <a:spcPts val="0"/>
                        </a:spcAft>
                        <a:buClr>
                          <a:srgbClr val="000000"/>
                        </a:buClr>
                        <a:buSzPts val="1050"/>
                        <a:buFont typeface="Arial"/>
                        <a:buNone/>
                      </a:pPr>
                      <a:endParaRPr sz="1200" u="none" strike="noStrike" cap="none" dirty="0">
                        <a:latin typeface="Bookman Old Style"/>
                        <a:ea typeface="Bookman Old Style"/>
                        <a:cs typeface="Bookman Old Style"/>
                        <a:sym typeface="Bookman Old Style"/>
                      </a:endParaRPr>
                    </a:p>
                    <a:p>
                      <a:pPr marL="90805" marR="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ea typeface="Bookman Old Style"/>
                          <a:cs typeface="Bookman Old Style"/>
                          <a:sym typeface="Bookman Old Style"/>
                        </a:rPr>
                        <a:t>2024</a:t>
                      </a:r>
                      <a:endParaRPr sz="1200" u="none" strike="noStrike" cap="none" dirty="0"/>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1440" marR="96520" lvl="0" indent="0" algn="ctr" rtl="0">
                        <a:lnSpc>
                          <a:spcPct val="100000"/>
                        </a:lnSpc>
                        <a:spcBef>
                          <a:spcPts val="0"/>
                        </a:spcBef>
                        <a:spcAft>
                          <a:spcPts val="0"/>
                        </a:spcAft>
                        <a:buClr>
                          <a:srgbClr val="000000"/>
                        </a:buClr>
                        <a:buSzPts val="1050"/>
                        <a:buFont typeface="Arial"/>
                        <a:buNone/>
                      </a:pPr>
                      <a:r>
                        <a:rPr lang="en-IN" sz="1200" u="none" strike="noStrike" cap="none" dirty="0">
                          <a:latin typeface="Bookman Old Style" panose="02050604050505020204" pitchFamily="18" charset="0"/>
                        </a:rPr>
                        <a:t>Yu Tong, Ge Chen, </a:t>
                      </a:r>
                      <a:r>
                        <a:rPr lang="en-IN" sz="1200" u="none" strike="noStrike" cap="none" dirty="0" err="1">
                          <a:latin typeface="Bookman Old Style" panose="02050604050505020204" pitchFamily="18" charset="0"/>
                        </a:rPr>
                        <a:t>Guokai</a:t>
                      </a:r>
                      <a:r>
                        <a:rPr lang="en-IN" sz="1200" u="none" strike="noStrike" cap="none" dirty="0">
                          <a:latin typeface="Bookman Old Style" panose="02050604050505020204" pitchFamily="18" charset="0"/>
                        </a:rPr>
                        <a:t>, Zheng, Rui Li, Jiang </a:t>
                      </a:r>
                      <a:r>
                        <a:rPr lang="en-IN" sz="1200" u="none" strike="noStrike" cap="none" dirty="0" err="1">
                          <a:latin typeface="Bookman Old Style" panose="02050604050505020204" pitchFamily="18" charset="0"/>
                        </a:rPr>
                        <a:t>Dazhi</a:t>
                      </a:r>
                      <a:endParaRPr sz="1200" u="none" strike="noStrike" cap="none" dirty="0">
                        <a:latin typeface="Bookman Old Style" panose="02050604050505020204" pitchFamily="18" charset="0"/>
                      </a:endParaRPr>
                    </a:p>
                  </a:txBody>
                  <a:tcPr marL="0" marR="0" marT="36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panose="02050604050505020204" pitchFamily="18" charset="0"/>
                        </a:rPr>
                        <a:t>When Generative Adversarial Networks Meet Sequence Labeling Challenges</a:t>
                      </a:r>
                      <a:endParaRPr sz="1200" u="none" strike="noStrike" cap="none" dirty="0">
                        <a:latin typeface="Bookman Old Style" panose="02050604050505020204" pitchFamily="18"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sym typeface="Bookman Old Style"/>
                        </a:rPr>
                        <a:t>ACL Anthology</a:t>
                      </a:r>
                    </a:p>
                    <a:p>
                      <a:pPr marL="0" marR="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sym typeface="Bookman Old Style"/>
                        </a:rPr>
                        <a:t>(EMNLP)</a:t>
                      </a:r>
                      <a:endParaRPr sz="1200" u="none" strike="noStrike" cap="none" dirty="0"/>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ea typeface="Bookman Old Style"/>
                          <a:cs typeface="Bookman Old Style"/>
                          <a:sym typeface="Bookman Old Style"/>
                        </a:rPr>
                        <a:t>Develops SLGAN: a GAN-based framework for sequence labeling tasks with tag-level discriminator.</a:t>
                      </a:r>
                      <a:endParaRPr sz="1200" u="none" strike="noStrike" cap="none" dirty="0"/>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ea typeface="Bookman Old Style"/>
                          <a:cs typeface="Bookman Old Style"/>
                          <a:sym typeface="Bookman Old Style"/>
                        </a:rPr>
                        <a:t>Redefines GANs for sequence labeling, with discriminator focusing on tag accuracy rather than real/fake judgment.</a:t>
                      </a:r>
                      <a:endParaRPr sz="1200" u="none" strike="noStrike" cap="none" dirty="0"/>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ea typeface="Bookman Old Style"/>
                          <a:cs typeface="Bookman Old Style"/>
                          <a:sym typeface="Bookman Old Style"/>
                        </a:rPr>
                        <a:t>Versatile, cross-lingual sequence tagging using adversarial learning.</a:t>
                      </a:r>
                      <a:endParaRPr sz="1200" u="none" strike="noStrike" cap="none" dirty="0"/>
                    </a:p>
                  </a:txBody>
                  <a:tcPr marL="0" marR="0" marT="825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912784">
                <a:tc>
                  <a:txBody>
                    <a:bodyPr/>
                    <a:lstStyle/>
                    <a:p>
                      <a:pPr marL="0" marR="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ea typeface="Bookman Old Style"/>
                          <a:cs typeface="Bookman Old Style"/>
                          <a:sym typeface="Bookman Old Style"/>
                        </a:rPr>
                        <a:t>2021</a:t>
                      </a:r>
                      <a:endParaRPr sz="1200" u="none" strike="noStrike" cap="none" dirty="0">
                        <a:latin typeface="Bookman Old Style"/>
                        <a:ea typeface="Bookman Old Style"/>
                        <a:cs typeface="Bookman Old Style"/>
                        <a:sym typeface="Bookman Old Style"/>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IN" sz="1200" u="none" strike="noStrike" cap="none" dirty="0">
                          <a:latin typeface="Bookman Old Style" panose="02050604050505020204" pitchFamily="18" charset="0"/>
                        </a:rPr>
                        <a:t>Wei Liu, </a:t>
                      </a:r>
                      <a:r>
                        <a:rPr lang="en-IN" sz="1200" u="none" strike="noStrike" cap="none" dirty="0" err="1">
                          <a:latin typeface="Bookman Old Style" panose="02050604050505020204" pitchFamily="18" charset="0"/>
                        </a:rPr>
                        <a:t>Xiyan</a:t>
                      </a:r>
                      <a:r>
                        <a:rPr lang="en-IN" sz="1200" u="none" strike="noStrike" cap="none" dirty="0">
                          <a:latin typeface="Bookman Old Style" panose="02050604050505020204" pitchFamily="18" charset="0"/>
                        </a:rPr>
                        <a:t> Fu, Yue Zhang, </a:t>
                      </a:r>
                      <a:r>
                        <a:rPr lang="en-IN" sz="1200" u="none" strike="noStrike" cap="none" dirty="0" err="1">
                          <a:latin typeface="Bookman Old Style" panose="02050604050505020204" pitchFamily="18" charset="0"/>
                        </a:rPr>
                        <a:t>Wenming</a:t>
                      </a:r>
                      <a:r>
                        <a:rPr lang="en-IN" sz="1200" u="none" strike="noStrike" cap="none" dirty="0">
                          <a:latin typeface="Bookman Old Style" panose="02050604050505020204" pitchFamily="18" charset="0"/>
                        </a:rPr>
                        <a:t> Xiao</a:t>
                      </a:r>
                      <a:endParaRPr sz="1200" u="none" strike="noStrike" cap="none" dirty="0">
                        <a:latin typeface="Bookman Old Style" panose="02050604050505020204" pitchFamily="18" charset="0"/>
                      </a:endParaRPr>
                    </a:p>
                  </a:txBody>
                  <a:tcPr marL="0" marR="0" marT="1359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ea typeface="Bookman Old Style"/>
                          <a:cs typeface="Bookman Old Style"/>
                          <a:sym typeface="Bookman Old Style"/>
                        </a:rPr>
                        <a:t>Lexicon Enhanced Chinese Sequence Labeling Using BERT Adapter</a:t>
                      </a:r>
                      <a:endParaRPr sz="1200" u="none" strike="noStrike" cap="none" dirty="0"/>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US" sz="1200" b="0" i="0" u="none" strike="noStrike" cap="none" dirty="0">
                          <a:solidFill>
                            <a:srgbClr val="000000"/>
                          </a:solidFill>
                          <a:latin typeface="Bookman Old Style"/>
                          <a:ea typeface="Bookman Old Style"/>
                          <a:cs typeface="Bookman Old Style"/>
                          <a:sym typeface="Bookman Old Style"/>
                        </a:rPr>
                        <a:t> </a:t>
                      </a:r>
                      <a:r>
                        <a:rPr lang="en-US" sz="1200" u="none" strike="noStrike" cap="none" dirty="0">
                          <a:latin typeface="Bookman Old Style"/>
                          <a:ea typeface="Bookman Old Style"/>
                          <a:cs typeface="Bookman Old Style"/>
                          <a:sym typeface="Bookman Old Style"/>
                        </a:rPr>
                        <a:t>ACL IJCNLP</a:t>
                      </a:r>
                      <a:endParaRPr sz="1200" u="none" strike="noStrike" cap="none" dirty="0"/>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ea typeface="Bookman Old Style"/>
                          <a:cs typeface="Bookman Old Style"/>
                          <a:sym typeface="Bookman Old Style"/>
                        </a:rPr>
                        <a:t>Implements Lexicon Adapter within BERT to deeply integrate lexicon knowledge during training.</a:t>
                      </a:r>
                      <a:endParaRPr sz="1200" u="none" strike="noStrike" cap="none" dirty="0"/>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ea typeface="Bookman Old Style"/>
                          <a:cs typeface="Bookman Old Style"/>
                          <a:sym typeface="Bookman Old Style"/>
                        </a:rPr>
                        <a:t>Deep fusion of lexicon data in early BERT layers improves contextual understanding in Chinese NER..</a:t>
                      </a:r>
                      <a:endParaRPr sz="1200" u="none" strike="noStrike" cap="none" dirty="0"/>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1440" marR="13970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ea typeface="Bookman Old Style"/>
                          <a:cs typeface="Bookman Old Style"/>
                          <a:sym typeface="Bookman Old Style"/>
                        </a:rPr>
                        <a:t>Better Chinese sequence labeling via low-level lexicon integration in pre-trained models.</a:t>
                      </a:r>
                      <a:endParaRPr sz="1200" u="none" strike="noStrike" cap="none" dirty="0"/>
                    </a:p>
                  </a:txBody>
                  <a:tcPr marL="0" marR="0" marT="36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2" name="Date Placeholder 1">
            <a:extLst>
              <a:ext uri="{FF2B5EF4-FFF2-40B4-BE49-F238E27FC236}">
                <a16:creationId xmlns:a16="http://schemas.microsoft.com/office/drawing/2014/main" id="{C7208CA5-0EF3-A436-7618-578AEC9F48EA}"/>
              </a:ext>
            </a:extLst>
          </p:cNvPr>
          <p:cNvSpPr>
            <a:spLocks noGrp="1"/>
          </p:cNvSpPr>
          <p:nvPr>
            <p:ph type="dt" idx="10"/>
          </p:nvPr>
        </p:nvSpPr>
        <p:spPr/>
        <p:txBody>
          <a:bodyPr/>
          <a:lstStyle/>
          <a:p>
            <a:fld id="{364DE521-439A-4183-993F-843E7862126D}" type="datetime2">
              <a:rPr lang="en-US" smtClean="0"/>
              <a:t>Thursday, May 29, 2025</a:t>
            </a:fld>
            <a:endParaRPr lang="en-US"/>
          </a:p>
        </p:txBody>
      </p:sp>
      <p:sp>
        <p:nvSpPr>
          <p:cNvPr id="3" name="Slide Number Placeholder 2">
            <a:extLst>
              <a:ext uri="{FF2B5EF4-FFF2-40B4-BE49-F238E27FC236}">
                <a16:creationId xmlns:a16="http://schemas.microsoft.com/office/drawing/2014/main" id="{75B3F881-F237-A086-F867-523D50DAEB9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
        <p:nvSpPr>
          <p:cNvPr id="4" name="Google Shape;187;p22">
            <a:extLst>
              <a:ext uri="{FF2B5EF4-FFF2-40B4-BE49-F238E27FC236}">
                <a16:creationId xmlns:a16="http://schemas.microsoft.com/office/drawing/2014/main" id="{42B0B32F-00EF-4518-7812-76EF85A55244}"/>
              </a:ext>
            </a:extLst>
          </p:cNvPr>
          <p:cNvSpPr txBox="1"/>
          <p:nvPr/>
        </p:nvSpPr>
        <p:spPr>
          <a:xfrm>
            <a:off x="4569513" y="6338800"/>
            <a:ext cx="3085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Font typeface="Arial"/>
              <a:buNone/>
            </a:pPr>
            <a:r>
              <a:rPr lang="en-US" b="1" dirty="0">
                <a:solidFill>
                  <a:srgbClr val="002060"/>
                </a:solidFill>
                <a:latin typeface="Bookman Old Style"/>
                <a:ea typeface="Bookman Old Style"/>
                <a:cs typeface="Bookman Old Style"/>
                <a:sym typeface="Bookman Old Style"/>
              </a:rPr>
              <a:t>© BVRIT CSE(AIML)</a:t>
            </a:r>
            <a:endParaRPr sz="2000" dirty="0">
              <a:solidFill>
                <a:schemeClr val="dk1"/>
              </a:solidFill>
              <a:latin typeface="Bookman Old Style"/>
              <a:ea typeface="Bookman Old Style"/>
              <a:cs typeface="Bookman Old Style"/>
              <a:sym typeface="Bookman Old Styl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a:extLst>
            <a:ext uri="{FF2B5EF4-FFF2-40B4-BE49-F238E27FC236}">
              <a16:creationId xmlns:a16="http://schemas.microsoft.com/office/drawing/2014/main" id="{AC82123C-F94F-EB79-18BC-69A6C2264ED6}"/>
            </a:ext>
          </a:extLst>
        </p:cNvPr>
        <p:cNvGrpSpPr/>
        <p:nvPr/>
      </p:nvGrpSpPr>
      <p:grpSpPr>
        <a:xfrm>
          <a:off x="0" y="0"/>
          <a:ext cx="0" cy="0"/>
          <a:chOff x="0" y="0"/>
          <a:chExt cx="0" cy="0"/>
        </a:xfrm>
      </p:grpSpPr>
      <p:sp>
        <p:nvSpPr>
          <p:cNvPr id="175" name="Google Shape;175;p23">
            <a:extLst>
              <a:ext uri="{FF2B5EF4-FFF2-40B4-BE49-F238E27FC236}">
                <a16:creationId xmlns:a16="http://schemas.microsoft.com/office/drawing/2014/main" id="{76711343-9799-1E4F-D06E-9B9E9649DE59}"/>
              </a:ext>
            </a:extLst>
          </p:cNvPr>
          <p:cNvSpPr txBox="1">
            <a:spLocks noGrp="1"/>
          </p:cNvSpPr>
          <p:nvPr>
            <p:ph type="title"/>
          </p:nvPr>
        </p:nvSpPr>
        <p:spPr>
          <a:xfrm>
            <a:off x="1128713" y="138113"/>
            <a:ext cx="9767887" cy="59531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1400"/>
              <a:buNone/>
            </a:pPr>
            <a:r>
              <a:rPr lang="en-US">
                <a:latin typeface="Cambria"/>
                <a:ea typeface="Cambria"/>
                <a:cs typeface="Cambria"/>
                <a:sym typeface="Cambria"/>
              </a:rPr>
              <a:t>Literature Survey </a:t>
            </a:r>
            <a:endParaRPr/>
          </a:p>
        </p:txBody>
      </p:sp>
      <p:graphicFrame>
        <p:nvGraphicFramePr>
          <p:cNvPr id="176" name="Google Shape;176;p23">
            <a:extLst>
              <a:ext uri="{FF2B5EF4-FFF2-40B4-BE49-F238E27FC236}">
                <a16:creationId xmlns:a16="http://schemas.microsoft.com/office/drawing/2014/main" id="{1D908425-B7D7-123D-F0B6-4AE22C1B408D}"/>
              </a:ext>
            </a:extLst>
          </p:cNvPr>
          <p:cNvGraphicFramePr/>
          <p:nvPr>
            <p:extLst>
              <p:ext uri="{D42A27DB-BD31-4B8C-83A1-F6EECF244321}">
                <p14:modId xmlns:p14="http://schemas.microsoft.com/office/powerpoint/2010/main" val="164990546"/>
              </p:ext>
            </p:extLst>
          </p:nvPr>
        </p:nvGraphicFramePr>
        <p:xfrm>
          <a:off x="426325" y="1247602"/>
          <a:ext cx="11172662" cy="4628803"/>
        </p:xfrm>
        <a:graphic>
          <a:graphicData uri="http://schemas.openxmlformats.org/drawingml/2006/table">
            <a:tbl>
              <a:tblPr firstRow="1" bandRow="1">
                <a:noFill/>
              </a:tblPr>
              <a:tblGrid>
                <a:gridCol w="715070">
                  <a:extLst>
                    <a:ext uri="{9D8B030D-6E8A-4147-A177-3AD203B41FA5}">
                      <a16:colId xmlns:a16="http://schemas.microsoft.com/office/drawing/2014/main" val="20000"/>
                    </a:ext>
                  </a:extLst>
                </a:gridCol>
                <a:gridCol w="1437621">
                  <a:extLst>
                    <a:ext uri="{9D8B030D-6E8A-4147-A177-3AD203B41FA5}">
                      <a16:colId xmlns:a16="http://schemas.microsoft.com/office/drawing/2014/main" val="20001"/>
                    </a:ext>
                  </a:extLst>
                </a:gridCol>
                <a:gridCol w="1422658">
                  <a:extLst>
                    <a:ext uri="{9D8B030D-6E8A-4147-A177-3AD203B41FA5}">
                      <a16:colId xmlns:a16="http://schemas.microsoft.com/office/drawing/2014/main" val="20002"/>
                    </a:ext>
                  </a:extLst>
                </a:gridCol>
                <a:gridCol w="1844880">
                  <a:extLst>
                    <a:ext uri="{9D8B030D-6E8A-4147-A177-3AD203B41FA5}">
                      <a16:colId xmlns:a16="http://schemas.microsoft.com/office/drawing/2014/main" val="20003"/>
                    </a:ext>
                  </a:extLst>
                </a:gridCol>
                <a:gridCol w="1641085">
                  <a:extLst>
                    <a:ext uri="{9D8B030D-6E8A-4147-A177-3AD203B41FA5}">
                      <a16:colId xmlns:a16="http://schemas.microsoft.com/office/drawing/2014/main" val="20004"/>
                    </a:ext>
                  </a:extLst>
                </a:gridCol>
                <a:gridCol w="1906480">
                  <a:extLst>
                    <a:ext uri="{9D8B030D-6E8A-4147-A177-3AD203B41FA5}">
                      <a16:colId xmlns:a16="http://schemas.microsoft.com/office/drawing/2014/main" val="20005"/>
                    </a:ext>
                  </a:extLst>
                </a:gridCol>
                <a:gridCol w="2204868">
                  <a:extLst>
                    <a:ext uri="{9D8B030D-6E8A-4147-A177-3AD203B41FA5}">
                      <a16:colId xmlns:a16="http://schemas.microsoft.com/office/drawing/2014/main" val="20006"/>
                    </a:ext>
                  </a:extLst>
                </a:gridCol>
              </a:tblGrid>
              <a:tr h="904268">
                <a:tc>
                  <a:txBody>
                    <a:bodyPr/>
                    <a:lstStyle/>
                    <a:p>
                      <a:pPr marL="0" marR="0" lvl="0" indent="0" algn="ctr" rtl="0">
                        <a:lnSpc>
                          <a:spcPct val="100000"/>
                        </a:lnSpc>
                        <a:spcBef>
                          <a:spcPts val="0"/>
                        </a:spcBef>
                        <a:spcAft>
                          <a:spcPts val="0"/>
                        </a:spcAft>
                        <a:buClr>
                          <a:srgbClr val="000000"/>
                        </a:buClr>
                        <a:buSzPts val="1050"/>
                        <a:buFont typeface="Arial"/>
                        <a:buNone/>
                      </a:pPr>
                      <a:endParaRPr sz="1050" b="1" u="none" strike="noStrike" cap="none">
                        <a:latin typeface="Bookman Old Style"/>
                        <a:ea typeface="Bookman Old Style"/>
                        <a:cs typeface="Bookman Old Style"/>
                        <a:sym typeface="Bookman Old Style"/>
                      </a:endParaRPr>
                    </a:p>
                    <a:p>
                      <a:pPr marL="90805" marR="0" lvl="0" indent="0" algn="ctr" rtl="0">
                        <a:lnSpc>
                          <a:spcPct val="100000"/>
                        </a:lnSpc>
                        <a:spcBef>
                          <a:spcPts val="0"/>
                        </a:spcBef>
                        <a:spcAft>
                          <a:spcPts val="0"/>
                        </a:spcAft>
                        <a:buClr>
                          <a:srgbClr val="000000"/>
                        </a:buClr>
                        <a:buSzPts val="1600"/>
                        <a:buFont typeface="Arial"/>
                        <a:buNone/>
                      </a:pPr>
                      <a:r>
                        <a:rPr lang="en-US" sz="1600" b="1" u="none" strike="noStrike" cap="none">
                          <a:latin typeface="Bookman Old Style"/>
                          <a:ea typeface="Bookman Old Style"/>
                          <a:cs typeface="Bookman Old Style"/>
                          <a:sym typeface="Bookman Old Style"/>
                        </a:rPr>
                        <a:t>Year</a:t>
                      </a:r>
                      <a:endParaRPr sz="1600" b="1" u="none" strike="noStrike" cap="none">
                        <a:latin typeface="Bookman Old Style"/>
                        <a:ea typeface="Bookman Old Style"/>
                        <a:cs typeface="Bookman Old Style"/>
                        <a:sym typeface="Bookman Old Style"/>
                      </a:endParaRPr>
                    </a:p>
                  </a:txBody>
                  <a:tcPr marL="0" marR="0" marT="43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1440" marR="275590" lvl="0" indent="0" algn="ctr" rtl="0">
                        <a:lnSpc>
                          <a:spcPct val="100000"/>
                        </a:lnSpc>
                        <a:spcBef>
                          <a:spcPts val="0"/>
                        </a:spcBef>
                        <a:spcAft>
                          <a:spcPts val="0"/>
                        </a:spcAft>
                        <a:buClr>
                          <a:srgbClr val="000000"/>
                        </a:buClr>
                        <a:buSzPts val="1600"/>
                        <a:buFont typeface="Arial"/>
                        <a:buNone/>
                      </a:pPr>
                      <a:r>
                        <a:rPr lang="en-US" sz="1600" b="1" u="none" strike="noStrike" cap="none">
                          <a:latin typeface="Bookman Old Style"/>
                          <a:ea typeface="Bookman Old Style"/>
                          <a:cs typeface="Bookman Old Style"/>
                          <a:sym typeface="Bookman Old Style"/>
                        </a:rPr>
                        <a:t>Author Name</a:t>
                      </a:r>
                      <a:endParaRPr sz="1600" b="1" u="none" strike="noStrike" cap="none">
                        <a:latin typeface="Bookman Old Style"/>
                        <a:ea typeface="Bookman Old Style"/>
                        <a:cs typeface="Bookman Old Style"/>
                        <a:sym typeface="Bookman Old Style"/>
                      </a:endParaRPr>
                    </a:p>
                  </a:txBody>
                  <a:tcPr marL="0" marR="0" marT="1695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b="1" u="none" strike="noStrike" cap="none">
                        <a:latin typeface="Bookman Old Style"/>
                        <a:ea typeface="Bookman Old Style"/>
                        <a:cs typeface="Bookman Old Style"/>
                        <a:sym typeface="Bookman Old Style"/>
                      </a:endParaRPr>
                    </a:p>
                    <a:p>
                      <a:pPr marL="91440" marR="0" lvl="0" indent="0" algn="ctr" rtl="0">
                        <a:lnSpc>
                          <a:spcPct val="100000"/>
                        </a:lnSpc>
                        <a:spcBef>
                          <a:spcPts val="0"/>
                        </a:spcBef>
                        <a:spcAft>
                          <a:spcPts val="0"/>
                        </a:spcAft>
                        <a:buClr>
                          <a:srgbClr val="000000"/>
                        </a:buClr>
                        <a:buSzPts val="1600"/>
                        <a:buFont typeface="Arial"/>
                        <a:buNone/>
                      </a:pPr>
                      <a:r>
                        <a:rPr lang="en-US" sz="1600" b="1" u="none" strike="noStrike" cap="none">
                          <a:latin typeface="Bookman Old Style"/>
                          <a:ea typeface="Bookman Old Style"/>
                          <a:cs typeface="Bookman Old Style"/>
                          <a:sym typeface="Bookman Old Style"/>
                        </a:rPr>
                        <a:t>Title</a:t>
                      </a:r>
                      <a:endParaRPr sz="1600" b="1" u="none" strike="noStrike" cap="none">
                        <a:latin typeface="Bookman Old Style"/>
                        <a:ea typeface="Bookman Old Style"/>
                        <a:cs typeface="Bookman Old Style"/>
                        <a:sym typeface="Bookman Old Style"/>
                      </a:endParaRPr>
                    </a:p>
                  </a:txBody>
                  <a:tcPr marL="0" marR="0" marT="43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681355" lvl="0" indent="0" algn="ctr" rtl="0">
                        <a:lnSpc>
                          <a:spcPct val="100000"/>
                        </a:lnSpc>
                        <a:spcBef>
                          <a:spcPts val="0"/>
                        </a:spcBef>
                        <a:spcAft>
                          <a:spcPts val="0"/>
                        </a:spcAft>
                        <a:buClr>
                          <a:srgbClr val="000000"/>
                        </a:buClr>
                        <a:buSzPts val="1600"/>
                        <a:buFont typeface="Arial"/>
                        <a:buNone/>
                        <a:tabLst>
                          <a:tab pos="1346200" algn="l"/>
                          <a:tab pos="1798638" algn="l"/>
                        </a:tabLst>
                      </a:pPr>
                      <a:r>
                        <a:rPr lang="en-IN" sz="1600" b="1" u="none" strike="noStrike" cap="none" dirty="0">
                          <a:latin typeface="Bookman Old Style"/>
                          <a:ea typeface="Bookman Old Style"/>
                          <a:cs typeface="Bookman Old Style"/>
                          <a:sym typeface="Bookman Old Style"/>
                        </a:rPr>
                        <a:t>Journal Name</a:t>
                      </a:r>
                      <a:endParaRPr sz="1600" b="1" u="none" strike="noStrike" cap="none" dirty="0">
                        <a:latin typeface="Bookman Old Style"/>
                        <a:ea typeface="Bookman Old Style"/>
                        <a:cs typeface="Bookman Old Style"/>
                        <a:sym typeface="Bookman Old Style"/>
                      </a:endParaRPr>
                    </a:p>
                  </a:txBody>
                  <a:tcPr marL="0" marR="0" marT="1695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1440" marR="299085" lvl="0" indent="0" algn="ctr" rtl="0">
                        <a:lnSpc>
                          <a:spcPct val="100000"/>
                        </a:lnSpc>
                        <a:spcBef>
                          <a:spcPts val="0"/>
                        </a:spcBef>
                        <a:spcAft>
                          <a:spcPts val="0"/>
                        </a:spcAft>
                        <a:buClr>
                          <a:srgbClr val="000000"/>
                        </a:buClr>
                        <a:buSzPts val="1600"/>
                        <a:buFont typeface="Arial"/>
                        <a:buNone/>
                      </a:pPr>
                      <a:r>
                        <a:rPr lang="en-US" sz="1600" b="1" u="none" strike="noStrike" cap="none" dirty="0">
                          <a:latin typeface="Bookman Old Style"/>
                          <a:ea typeface="Bookman Old Style"/>
                          <a:cs typeface="Bookman Old Style"/>
                          <a:sym typeface="Bookman Old Style"/>
                        </a:rPr>
                        <a:t>Research Design</a:t>
                      </a:r>
                      <a:endParaRPr sz="1600" b="1" u="none" strike="noStrike" cap="none" dirty="0">
                        <a:latin typeface="Bookman Old Style"/>
                        <a:ea typeface="Bookman Old Style"/>
                        <a:cs typeface="Bookman Old Style"/>
                        <a:sym typeface="Bookman Old Style"/>
                      </a:endParaRPr>
                    </a:p>
                  </a:txBody>
                  <a:tcPr marL="0" marR="0" marT="1695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1440" marR="189230" lvl="0" indent="0" algn="ctr" rtl="0">
                        <a:lnSpc>
                          <a:spcPct val="100000"/>
                        </a:lnSpc>
                        <a:spcBef>
                          <a:spcPts val="0"/>
                        </a:spcBef>
                        <a:spcAft>
                          <a:spcPts val="0"/>
                        </a:spcAft>
                        <a:buClr>
                          <a:srgbClr val="000000"/>
                        </a:buClr>
                        <a:buSzPts val="1600"/>
                        <a:buFont typeface="Arial"/>
                        <a:buNone/>
                      </a:pPr>
                      <a:r>
                        <a:rPr lang="en-US" sz="1600" b="1" u="none" strike="noStrike" cap="none">
                          <a:latin typeface="Bookman Old Style"/>
                          <a:ea typeface="Bookman Old Style"/>
                          <a:cs typeface="Bookman Old Style"/>
                          <a:sym typeface="Bookman Old Style"/>
                        </a:rPr>
                        <a:t>Conceptual/     Theoretical framework</a:t>
                      </a:r>
                      <a:endParaRPr sz="1600" b="1" u="none" strike="noStrike" cap="none">
                        <a:latin typeface="Bookman Old Style"/>
                        <a:ea typeface="Bookman Old Style"/>
                        <a:cs typeface="Bookman Old Style"/>
                        <a:sym typeface="Bookman Old Style"/>
                      </a:endParaRPr>
                    </a:p>
                  </a:txBody>
                  <a:tcPr marL="0" marR="0" marT="323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1440" marR="224790" lvl="0" indent="0" algn="ctr" rtl="0">
                        <a:lnSpc>
                          <a:spcPct val="100000"/>
                        </a:lnSpc>
                        <a:spcBef>
                          <a:spcPts val="0"/>
                        </a:spcBef>
                        <a:spcAft>
                          <a:spcPts val="0"/>
                        </a:spcAft>
                        <a:buClr>
                          <a:srgbClr val="000000"/>
                        </a:buClr>
                        <a:buSzPts val="1600"/>
                        <a:buFont typeface="Arial"/>
                        <a:buNone/>
                      </a:pPr>
                      <a:r>
                        <a:rPr lang="en-US" sz="1600" b="1" u="none" strike="noStrike" cap="none">
                          <a:latin typeface="Bookman Old Style"/>
                          <a:ea typeface="Bookman Old Style"/>
                          <a:cs typeface="Bookman Old Style"/>
                          <a:sym typeface="Bookman Old Style"/>
                        </a:rPr>
                        <a:t>Major theme in paper</a:t>
                      </a:r>
                      <a:endParaRPr sz="1600" b="1" u="none" strike="noStrike" cap="none">
                        <a:latin typeface="Bookman Old Style"/>
                        <a:ea typeface="Bookman Old Style"/>
                        <a:cs typeface="Bookman Old Style"/>
                        <a:sym typeface="Bookman Old Style"/>
                      </a:endParaRPr>
                    </a:p>
                  </a:txBody>
                  <a:tcPr marL="0" marR="0" marT="3237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836221">
                <a:tc>
                  <a:txBody>
                    <a:bodyPr/>
                    <a:lstStyle/>
                    <a:p>
                      <a:pPr marL="0" marR="0" lvl="0" indent="0" algn="l" rtl="0">
                        <a:lnSpc>
                          <a:spcPct val="100000"/>
                        </a:lnSpc>
                        <a:spcBef>
                          <a:spcPts val="0"/>
                        </a:spcBef>
                        <a:spcAft>
                          <a:spcPts val="0"/>
                        </a:spcAft>
                        <a:buClr>
                          <a:srgbClr val="000000"/>
                        </a:buClr>
                        <a:buSzPts val="1050"/>
                        <a:buFont typeface="Arial"/>
                        <a:buNone/>
                      </a:pPr>
                      <a:endParaRPr sz="1200" u="none" strike="noStrike" cap="none" dirty="0">
                        <a:latin typeface="Bookman Old Style"/>
                        <a:ea typeface="Bookman Old Style"/>
                        <a:cs typeface="Bookman Old Style"/>
                        <a:sym typeface="Bookman Old Style"/>
                      </a:endParaRPr>
                    </a:p>
                    <a:p>
                      <a:pPr marL="90805" marR="0" lvl="0" indent="0" algn="l" rtl="0">
                        <a:lnSpc>
                          <a:spcPct val="100000"/>
                        </a:lnSpc>
                        <a:spcBef>
                          <a:spcPts val="0"/>
                        </a:spcBef>
                        <a:spcAft>
                          <a:spcPts val="0"/>
                        </a:spcAft>
                        <a:buClr>
                          <a:srgbClr val="000000"/>
                        </a:buClr>
                        <a:buSzPts val="1050"/>
                        <a:buFont typeface="Arial"/>
                        <a:buNone/>
                      </a:pPr>
                      <a:r>
                        <a:rPr lang="en-US" sz="1200" u="none" strike="noStrike" cap="none" dirty="0">
                          <a:latin typeface="Bookman Old Style"/>
                          <a:ea typeface="Bookman Old Style"/>
                          <a:cs typeface="Bookman Old Style"/>
                          <a:sym typeface="Bookman Old Style"/>
                        </a:rPr>
                        <a:t>2024</a:t>
                      </a:r>
                      <a:endParaRPr sz="1200" u="none" strike="noStrike" cap="none" dirty="0"/>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1440" marR="96520" lvl="0" indent="0" algn="ctr" rtl="0">
                        <a:lnSpc>
                          <a:spcPct val="100000"/>
                        </a:lnSpc>
                        <a:spcBef>
                          <a:spcPts val="0"/>
                        </a:spcBef>
                        <a:spcAft>
                          <a:spcPts val="0"/>
                        </a:spcAft>
                        <a:buClr>
                          <a:srgbClr val="000000"/>
                        </a:buClr>
                        <a:buSzPts val="1050"/>
                        <a:buFont typeface="Arial"/>
                        <a:buNone/>
                      </a:pPr>
                      <a:r>
                        <a:rPr lang="en-US" sz="1200" u="none" strike="noStrike" cap="none" dirty="0" err="1">
                          <a:latin typeface="Bookman Old Style"/>
                          <a:ea typeface="Bookman Old Style"/>
                          <a:cs typeface="Bookman Old Style"/>
                          <a:sym typeface="Bookman Old Style"/>
                        </a:rPr>
                        <a:t>Zhang,Y</a:t>
                      </a:r>
                      <a:r>
                        <a:rPr lang="en-US" sz="1200" u="none" strike="noStrike" cap="none" dirty="0">
                          <a:latin typeface="Bookman Old Style"/>
                          <a:ea typeface="Bookman Old Style"/>
                          <a:cs typeface="Bookman Old Style"/>
                          <a:sym typeface="Bookman Old Style"/>
                        </a:rPr>
                        <a:t>., Wang J., Chen X. &amp; Li Y.</a:t>
                      </a:r>
                      <a:endParaRPr sz="1200" u="none" strike="noStrike" cap="none" dirty="0"/>
                    </a:p>
                  </a:txBody>
                  <a:tcPr marL="0" marR="0" marT="36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IN" sz="1200" u="none" strike="noStrike" cap="none" dirty="0">
                          <a:latin typeface="Bookman Old Style" panose="02050604050505020204" pitchFamily="18" charset="0"/>
                        </a:rPr>
                        <a:t>Recent Advances in NER: A Comprehensive Survey and Comparative Study</a:t>
                      </a:r>
                      <a:endParaRPr sz="1200" u="none" strike="noStrike" cap="none" dirty="0">
                        <a:latin typeface="Bookman Old Style" panose="02050604050505020204" pitchFamily="18" charset="0"/>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US" sz="1200" u="none" strike="noStrike" cap="none" dirty="0" err="1">
                          <a:latin typeface="Bookman Old Style"/>
                          <a:ea typeface="Bookman Old Style"/>
                          <a:cs typeface="Bookman Old Style"/>
                          <a:sym typeface="Bookman Old Style"/>
                        </a:rPr>
                        <a:t>arXiv</a:t>
                      </a:r>
                      <a:endParaRPr sz="1200" u="none" strike="noStrike" cap="none" dirty="0"/>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ea typeface="Bookman Old Style"/>
                          <a:cs typeface="Bookman Old Style"/>
                          <a:sym typeface="Bookman Old Style"/>
                        </a:rPr>
                        <a:t>Comprehensive literature review and performance benchmarking of recent NER models (Transformer-based, LLMs, etc.) across multilingual datasets.</a:t>
                      </a:r>
                      <a:endParaRPr sz="1200" u="none" strike="noStrike" cap="none" dirty="0"/>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ea typeface="Bookman Old Style"/>
                          <a:cs typeface="Bookman Old Style"/>
                          <a:sym typeface="Bookman Old Style"/>
                        </a:rPr>
                        <a:t>Framework covers Transformer, LLM, RL, and graph-based NER models. Emphasizes comparative analysis across datasets and model architectures.</a:t>
                      </a:r>
                      <a:endParaRPr sz="1200" u="none" strike="noStrike" cap="none" dirty="0"/>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ea typeface="Bookman Old Style"/>
                          <a:cs typeface="Bookman Old Style"/>
                          <a:sym typeface="Bookman Old Style"/>
                        </a:rPr>
                        <a:t>Comparative study of NER model performance across languages and methods.</a:t>
                      </a:r>
                      <a:endParaRPr sz="1200" u="none" strike="noStrike" cap="none" dirty="0"/>
                    </a:p>
                  </a:txBody>
                  <a:tcPr marL="0" marR="0" marT="8255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888314">
                <a:tc>
                  <a:txBody>
                    <a:bodyPr/>
                    <a:lstStyle/>
                    <a:p>
                      <a:pPr marL="0" marR="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ea typeface="Bookman Old Style"/>
                          <a:cs typeface="Bookman Old Style"/>
                          <a:sym typeface="Bookman Old Style"/>
                        </a:rPr>
                        <a:t>2024</a:t>
                      </a:r>
                      <a:endParaRPr sz="1200" u="none" strike="noStrike" cap="none" dirty="0">
                        <a:latin typeface="Bookman Old Style"/>
                        <a:ea typeface="Bookman Old Style"/>
                        <a:cs typeface="Bookman Old Style"/>
                        <a:sym typeface="Bookman Old Style"/>
                      </a:endParaRPr>
                    </a:p>
                    <a:p>
                      <a:pPr marL="0" marR="0" lvl="0" indent="0" algn="l" rtl="0">
                        <a:lnSpc>
                          <a:spcPct val="100000"/>
                        </a:lnSpc>
                        <a:spcBef>
                          <a:spcPts val="0"/>
                        </a:spcBef>
                        <a:spcAft>
                          <a:spcPts val="0"/>
                        </a:spcAft>
                        <a:buClr>
                          <a:srgbClr val="000000"/>
                        </a:buClr>
                        <a:buSzPts val="1050"/>
                        <a:buFont typeface="Arial"/>
                        <a:buNone/>
                      </a:pPr>
                      <a:endParaRPr sz="1200" u="none" strike="noStrike" cap="none" dirty="0">
                        <a:latin typeface="Bookman Old Style"/>
                        <a:ea typeface="Bookman Old Style"/>
                        <a:cs typeface="Bookman Old Style"/>
                        <a:sym typeface="Bookman Old Style"/>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sym typeface="Bookman Old Style"/>
                        </a:rPr>
                        <a:t>Li H., Zhou T., &amp; Zhang M.</a:t>
                      </a:r>
                      <a:endParaRPr sz="1200" u="none" strike="noStrike" cap="none" dirty="0"/>
                    </a:p>
                  </a:txBody>
                  <a:tcPr marL="0" marR="0" marT="1359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ea typeface="Bookman Old Style"/>
                          <a:cs typeface="Bookman Old Style"/>
                          <a:sym typeface="Bookman Old Style"/>
                        </a:rPr>
                        <a:t>Embedded Named Entity Recognition using Probing Classifiers</a:t>
                      </a:r>
                      <a:endParaRPr sz="1200" u="none" strike="noStrike" cap="none" dirty="0"/>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US" sz="1200" b="0" i="0" u="none" strike="noStrike" cap="none" dirty="0">
                          <a:solidFill>
                            <a:srgbClr val="000000"/>
                          </a:solidFill>
                          <a:latin typeface="Bookman Old Style"/>
                          <a:ea typeface="Bookman Old Style"/>
                          <a:cs typeface="Bookman Old Style"/>
                          <a:sym typeface="Bookman Old Style"/>
                        </a:rPr>
                        <a:t> </a:t>
                      </a:r>
                      <a:r>
                        <a:rPr lang="en-US" sz="1200" u="none" strike="noStrike" cap="none" dirty="0">
                          <a:latin typeface="Bookman Old Style"/>
                          <a:ea typeface="Bookman Old Style"/>
                          <a:cs typeface="Bookman Old Style"/>
                          <a:sym typeface="Bookman Old Style"/>
                        </a:rPr>
                        <a:t>ACL Anthology (EMNLP)</a:t>
                      </a:r>
                      <a:endParaRPr sz="1200" u="none" strike="noStrike" cap="none" dirty="0"/>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ea typeface="Bookman Old Style"/>
                          <a:cs typeface="Bookman Old Style"/>
                          <a:sym typeface="Bookman Old Style"/>
                        </a:rPr>
                        <a:t>Introduces probing classifier mechanism to extract entity labels from language models without full retraining.</a:t>
                      </a:r>
                      <a:endParaRPr sz="1200" u="none" strike="noStrike" cap="none" dirty="0"/>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ea typeface="Bookman Old Style"/>
                          <a:cs typeface="Bookman Old Style"/>
                          <a:sym typeface="Bookman Old Style"/>
                        </a:rPr>
                        <a:t>Uses internal language model representations for lightweight and efficient NER without structural overhaul.</a:t>
                      </a:r>
                      <a:endParaRPr sz="1200" u="none" strike="noStrike" cap="none" dirty="0"/>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tc>
                  <a:txBody>
                    <a:bodyPr/>
                    <a:lstStyle/>
                    <a:p>
                      <a:pPr marL="91440" marR="139700" lvl="0" indent="0" algn="ctr" rtl="0">
                        <a:lnSpc>
                          <a:spcPct val="100000"/>
                        </a:lnSpc>
                        <a:spcBef>
                          <a:spcPts val="0"/>
                        </a:spcBef>
                        <a:spcAft>
                          <a:spcPts val="0"/>
                        </a:spcAft>
                        <a:buClr>
                          <a:srgbClr val="000000"/>
                        </a:buClr>
                        <a:buSzPts val="1050"/>
                        <a:buFont typeface="Arial"/>
                        <a:buNone/>
                      </a:pPr>
                      <a:r>
                        <a:rPr lang="en-US" sz="1200" u="none" strike="noStrike" cap="none" dirty="0">
                          <a:latin typeface="Bookman Old Style"/>
                          <a:ea typeface="Bookman Old Style"/>
                          <a:cs typeface="Bookman Old Style"/>
                          <a:sym typeface="Bookman Old Style"/>
                        </a:rPr>
                        <a:t>Efficient NER with minimal model modifications. High performance on biomedical and general datasets.</a:t>
                      </a:r>
                      <a:endParaRPr sz="1200" u="none" strike="noStrike" cap="none" dirty="0"/>
                    </a:p>
                  </a:txBody>
                  <a:tcPr marL="0" marR="0" marT="36825"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3" name="Date Placeholder 2">
            <a:extLst>
              <a:ext uri="{FF2B5EF4-FFF2-40B4-BE49-F238E27FC236}">
                <a16:creationId xmlns:a16="http://schemas.microsoft.com/office/drawing/2014/main" id="{153FD72E-479E-628F-4951-83810B23481F}"/>
              </a:ext>
            </a:extLst>
          </p:cNvPr>
          <p:cNvSpPr>
            <a:spLocks noGrp="1"/>
          </p:cNvSpPr>
          <p:nvPr>
            <p:ph type="dt" idx="10"/>
          </p:nvPr>
        </p:nvSpPr>
        <p:spPr/>
        <p:txBody>
          <a:bodyPr/>
          <a:lstStyle/>
          <a:p>
            <a:fld id="{F21B68E6-8353-4A10-9040-68DE2164EDA6}" type="datetime2">
              <a:rPr lang="en-US" smtClean="0"/>
              <a:t>Thursday, May 29, 2025</a:t>
            </a:fld>
            <a:endParaRPr lang="en-US"/>
          </a:p>
        </p:txBody>
      </p:sp>
      <p:sp>
        <p:nvSpPr>
          <p:cNvPr id="4" name="Slide Number Placeholder 3">
            <a:extLst>
              <a:ext uri="{FF2B5EF4-FFF2-40B4-BE49-F238E27FC236}">
                <a16:creationId xmlns:a16="http://schemas.microsoft.com/office/drawing/2014/main" id="{1BE8D1A0-26B5-8796-1FB0-86ECADABAF9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5" name="Google Shape;187;p22">
            <a:extLst>
              <a:ext uri="{FF2B5EF4-FFF2-40B4-BE49-F238E27FC236}">
                <a16:creationId xmlns:a16="http://schemas.microsoft.com/office/drawing/2014/main" id="{590CCC50-D868-CBB3-D4F5-32066D706619}"/>
              </a:ext>
            </a:extLst>
          </p:cNvPr>
          <p:cNvSpPr txBox="1"/>
          <p:nvPr/>
        </p:nvSpPr>
        <p:spPr>
          <a:xfrm>
            <a:off x="4569513" y="6338800"/>
            <a:ext cx="3085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Font typeface="Arial"/>
              <a:buNone/>
            </a:pPr>
            <a:r>
              <a:rPr lang="en-US" b="1" dirty="0">
                <a:solidFill>
                  <a:srgbClr val="002060"/>
                </a:solidFill>
                <a:latin typeface="Bookman Old Style"/>
                <a:ea typeface="Bookman Old Style"/>
                <a:cs typeface="Bookman Old Style"/>
                <a:sym typeface="Bookman Old Style"/>
              </a:rPr>
              <a:t>© BVRIT CSE(AIML)</a:t>
            </a:r>
            <a:endParaRPr sz="2000" dirty="0">
              <a:solidFill>
                <a:schemeClr val="dk1"/>
              </a:solidFill>
              <a:latin typeface="Bookman Old Style"/>
              <a:ea typeface="Bookman Old Style"/>
              <a:cs typeface="Bookman Old Style"/>
              <a:sym typeface="Bookman Old Style"/>
            </a:endParaRPr>
          </a:p>
        </p:txBody>
      </p:sp>
    </p:spTree>
    <p:extLst>
      <p:ext uri="{BB962C8B-B14F-4D97-AF65-F5344CB8AC3E}">
        <p14:creationId xmlns:p14="http://schemas.microsoft.com/office/powerpoint/2010/main" val="900827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6"/>
          <p:cNvSpPr txBox="1">
            <a:spLocks noGrp="1"/>
          </p:cNvSpPr>
          <p:nvPr>
            <p:ph type="title"/>
          </p:nvPr>
        </p:nvSpPr>
        <p:spPr>
          <a:xfrm>
            <a:off x="1128713" y="138113"/>
            <a:ext cx="9768000" cy="595200"/>
          </a:xfrm>
          <a:prstGeom prst="rect">
            <a:avLst/>
          </a:prstGeom>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Font typeface="Arial"/>
              <a:buNone/>
            </a:pPr>
            <a:r>
              <a:rPr lang="en-US" dirty="0">
                <a:solidFill>
                  <a:srgbClr val="001F5F"/>
                </a:solidFill>
                <a:latin typeface="Georgia"/>
                <a:ea typeface="Georgia"/>
                <a:cs typeface="Georgia"/>
                <a:sym typeface="Georgia"/>
              </a:rPr>
              <a:t>Methodology Adopted :</a:t>
            </a:r>
            <a:endParaRPr dirty="0"/>
          </a:p>
        </p:txBody>
      </p:sp>
      <p:sp>
        <p:nvSpPr>
          <p:cNvPr id="225" name="Google Shape;225;p26"/>
          <p:cNvSpPr txBox="1">
            <a:spLocks noGrp="1"/>
          </p:cNvSpPr>
          <p:nvPr>
            <p:ph type="body" idx="1"/>
          </p:nvPr>
        </p:nvSpPr>
        <p:spPr>
          <a:xfrm>
            <a:off x="692670" y="1118086"/>
            <a:ext cx="10881760" cy="5116344"/>
          </a:xfrm>
          <a:prstGeom prst="rect">
            <a:avLst/>
          </a:prstGeom>
        </p:spPr>
        <p:txBody>
          <a:bodyPr spcFirstLastPara="1" wrap="square" lIns="91425" tIns="45700" rIns="91425" bIns="45700" anchor="t" anchorCtr="0">
            <a:noAutofit/>
          </a:bodyPr>
          <a:lstStyle/>
          <a:p>
            <a:pPr marL="342900" indent="-342900">
              <a:buSzPct val="75000"/>
            </a:pPr>
            <a:r>
              <a:rPr lang="en-US" sz="2000" b="1" dirty="0"/>
              <a:t>Data Collection: </a:t>
            </a:r>
          </a:p>
          <a:p>
            <a:pPr marL="800100" lvl="1" indent="-342900">
              <a:buSzPct val="75000"/>
            </a:pPr>
            <a:r>
              <a:rPr lang="en-US" sz="2000" dirty="0"/>
              <a:t>Using publicly available datasets like CoNLL-2003, CoNLL-2000, Brown Corpus</a:t>
            </a:r>
          </a:p>
          <a:p>
            <a:pPr marL="342900" indent="-342900">
              <a:buSzPct val="75000"/>
            </a:pPr>
            <a:r>
              <a:rPr lang="en-US" sz="2000" b="1" dirty="0"/>
              <a:t>Data Preprocessing:</a:t>
            </a:r>
          </a:p>
          <a:p>
            <a:pPr marL="800100" lvl="1" indent="-342900">
              <a:buSzPct val="75000"/>
            </a:pPr>
            <a:r>
              <a:rPr lang="en-US" sz="2000" dirty="0"/>
              <a:t>Mapping text labels into numeric IDs.</a:t>
            </a:r>
          </a:p>
          <a:p>
            <a:pPr marL="800100" lvl="1" indent="-342900">
              <a:buSzPct val="75000"/>
            </a:pPr>
            <a:r>
              <a:rPr lang="en-US" sz="2000" dirty="0"/>
              <a:t>Converting all Input labels to </a:t>
            </a:r>
            <a:r>
              <a:rPr lang="en-US" sz="2000" dirty="0" err="1"/>
              <a:t>PyTorch</a:t>
            </a:r>
            <a:r>
              <a:rPr lang="en-US" sz="2000" dirty="0"/>
              <a:t> tensors.</a:t>
            </a:r>
          </a:p>
          <a:p>
            <a:pPr marL="800100" lvl="1" indent="-342900">
              <a:buSzPct val="75000"/>
            </a:pPr>
            <a:r>
              <a:rPr lang="en-US" sz="2000" dirty="0"/>
              <a:t>Data Loader creates batches of data from these tensors</a:t>
            </a:r>
          </a:p>
          <a:p>
            <a:pPr marL="342900" indent="-342900">
              <a:buSzPct val="75000"/>
            </a:pPr>
            <a:r>
              <a:rPr lang="en-US" sz="2000" b="1" dirty="0"/>
              <a:t>Model Development:</a:t>
            </a:r>
          </a:p>
          <a:p>
            <a:pPr marL="800100" lvl="1" indent="-342900">
              <a:buSzPct val="75000"/>
            </a:pPr>
            <a:r>
              <a:rPr lang="en-US" sz="2000" dirty="0"/>
              <a:t>A Generator that generates Embedding using </a:t>
            </a:r>
            <a:r>
              <a:rPr lang="en-US" sz="2000" dirty="0" err="1"/>
              <a:t>TinyBERT</a:t>
            </a:r>
            <a:r>
              <a:rPr lang="en-US" sz="2000" dirty="0"/>
              <a:t>.</a:t>
            </a:r>
          </a:p>
          <a:p>
            <a:pPr marL="800100" lvl="1" indent="-342900">
              <a:buSzPct val="75000"/>
            </a:pPr>
            <a:r>
              <a:rPr lang="en-US" sz="2000" dirty="0"/>
              <a:t>A Discriminator that classifies how correct a tag is by using Multi-head attention mechanism to focus on different parts of the Input sequence.</a:t>
            </a:r>
          </a:p>
          <a:p>
            <a:pPr marL="800100" lvl="1" indent="-342900">
              <a:buSzPct val="75000"/>
            </a:pPr>
            <a:r>
              <a:rPr lang="en-US" sz="2000" dirty="0"/>
              <a:t>Loss Evaluation to backpropagate and finetune the parameters.</a:t>
            </a:r>
          </a:p>
          <a:p>
            <a:pPr marL="342900" indent="-342900">
              <a:buSzPct val="75000"/>
            </a:pPr>
            <a:r>
              <a:rPr lang="en-US" sz="2000" b="1" dirty="0"/>
              <a:t>Evaluation:</a:t>
            </a:r>
          </a:p>
          <a:p>
            <a:pPr marL="800100" lvl="1" indent="-342900">
              <a:buSzPct val="75000"/>
            </a:pPr>
            <a:r>
              <a:rPr lang="en-US" sz="2000" dirty="0"/>
              <a:t>F1-Score, Recall, Precision and accuracy are calculated to know the performance of the Methodology</a:t>
            </a:r>
            <a:endParaRPr lang="en-US" sz="2000" b="1" dirty="0"/>
          </a:p>
        </p:txBody>
      </p:sp>
      <p:sp>
        <p:nvSpPr>
          <p:cNvPr id="226" name="Google Shape;226;p2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
        <p:nvSpPr>
          <p:cNvPr id="227" name="Google Shape;227;p26"/>
          <p:cNvSpPr txBox="1"/>
          <p:nvPr/>
        </p:nvSpPr>
        <p:spPr>
          <a:xfrm>
            <a:off x="4549550" y="6356350"/>
            <a:ext cx="31680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US" b="1">
                <a:solidFill>
                  <a:srgbClr val="002060"/>
                </a:solidFill>
                <a:latin typeface="Bookman Old Style"/>
                <a:ea typeface="Bookman Old Style"/>
                <a:cs typeface="Bookman Old Style"/>
                <a:sym typeface="Bookman Old Style"/>
              </a:rPr>
              <a:t>© BVRIT CSE(AI &amp; ML)</a:t>
            </a:r>
            <a:endParaRPr sz="2000">
              <a:solidFill>
                <a:schemeClr val="dk1"/>
              </a:solidFill>
              <a:latin typeface="Bookman Old Style"/>
              <a:ea typeface="Bookman Old Style"/>
              <a:cs typeface="Bookman Old Style"/>
              <a:sym typeface="Bookman Old Style"/>
            </a:endParaRPr>
          </a:p>
        </p:txBody>
      </p:sp>
      <p:sp>
        <p:nvSpPr>
          <p:cNvPr id="4" name="Date Placeholder 3">
            <a:extLst>
              <a:ext uri="{FF2B5EF4-FFF2-40B4-BE49-F238E27FC236}">
                <a16:creationId xmlns:a16="http://schemas.microsoft.com/office/drawing/2014/main" id="{934897BD-D348-10D8-E74B-961485468E5A}"/>
              </a:ext>
            </a:extLst>
          </p:cNvPr>
          <p:cNvSpPr>
            <a:spLocks noGrp="1"/>
          </p:cNvSpPr>
          <p:nvPr>
            <p:ph type="dt" idx="10"/>
          </p:nvPr>
        </p:nvSpPr>
        <p:spPr>
          <a:xfrm>
            <a:off x="838200" y="6391425"/>
            <a:ext cx="2743200" cy="365125"/>
          </a:xfrm>
        </p:spPr>
        <p:txBody>
          <a:bodyPr/>
          <a:lstStyle/>
          <a:p>
            <a:fld id="{C1ABC760-3379-4129-816B-EDA2D77018FE}" type="datetime2">
              <a:rPr lang="en-US" smtClean="0"/>
              <a:t>Thursday, May 29, 2025</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820D4-E661-7C8C-2160-805D87D9D112}"/>
              </a:ext>
            </a:extLst>
          </p:cNvPr>
          <p:cNvSpPr>
            <a:spLocks noGrp="1"/>
          </p:cNvSpPr>
          <p:nvPr>
            <p:ph type="title"/>
          </p:nvPr>
        </p:nvSpPr>
        <p:spPr/>
        <p:txBody>
          <a:bodyPr/>
          <a:lstStyle/>
          <a:p>
            <a:r>
              <a:rPr lang="en-IN" dirty="0"/>
              <a:t>Architecture Used</a:t>
            </a:r>
          </a:p>
        </p:txBody>
      </p:sp>
      <p:sp>
        <p:nvSpPr>
          <p:cNvPr id="5" name="Slide Number Placeholder 4">
            <a:extLst>
              <a:ext uri="{FF2B5EF4-FFF2-40B4-BE49-F238E27FC236}">
                <a16:creationId xmlns:a16="http://schemas.microsoft.com/office/drawing/2014/main" id="{F1D2A06F-946E-68BE-D423-D512B7F74F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pic>
        <p:nvPicPr>
          <p:cNvPr id="7" name="Picture 6">
            <a:extLst>
              <a:ext uri="{FF2B5EF4-FFF2-40B4-BE49-F238E27FC236}">
                <a16:creationId xmlns:a16="http://schemas.microsoft.com/office/drawing/2014/main" id="{6E6CD8C5-EF1D-5EC7-E220-5E75DDF520D9}"/>
              </a:ext>
            </a:extLst>
          </p:cNvPr>
          <p:cNvPicPr>
            <a:picLocks noChangeAspect="1"/>
          </p:cNvPicPr>
          <p:nvPr/>
        </p:nvPicPr>
        <p:blipFill>
          <a:blip r:embed="rId2"/>
          <a:srcRect/>
          <a:stretch/>
        </p:blipFill>
        <p:spPr>
          <a:xfrm>
            <a:off x="3581400" y="1020358"/>
            <a:ext cx="4740168" cy="5013960"/>
          </a:xfrm>
          <a:prstGeom prst="rect">
            <a:avLst/>
          </a:prstGeom>
        </p:spPr>
      </p:pic>
      <p:sp>
        <p:nvSpPr>
          <p:cNvPr id="6" name="Date Placeholder 5">
            <a:extLst>
              <a:ext uri="{FF2B5EF4-FFF2-40B4-BE49-F238E27FC236}">
                <a16:creationId xmlns:a16="http://schemas.microsoft.com/office/drawing/2014/main" id="{903B2325-9FD9-AC29-7C35-83FA33FDBC93}"/>
              </a:ext>
            </a:extLst>
          </p:cNvPr>
          <p:cNvSpPr>
            <a:spLocks noGrp="1"/>
          </p:cNvSpPr>
          <p:nvPr>
            <p:ph type="dt" idx="10"/>
          </p:nvPr>
        </p:nvSpPr>
        <p:spPr/>
        <p:txBody>
          <a:bodyPr/>
          <a:lstStyle/>
          <a:p>
            <a:fld id="{D4BBD60A-8670-4D39-801E-D233B1D40001}" type="datetime2">
              <a:rPr lang="en-US" smtClean="0"/>
              <a:t>Thursday, May 29, 2025</a:t>
            </a:fld>
            <a:endParaRPr lang="en-US"/>
          </a:p>
        </p:txBody>
      </p:sp>
      <p:sp>
        <p:nvSpPr>
          <p:cNvPr id="3" name="Google Shape;187;p22">
            <a:extLst>
              <a:ext uri="{FF2B5EF4-FFF2-40B4-BE49-F238E27FC236}">
                <a16:creationId xmlns:a16="http://schemas.microsoft.com/office/drawing/2014/main" id="{E893FE93-0946-B65A-369E-C3C7672F6EE2}"/>
              </a:ext>
            </a:extLst>
          </p:cNvPr>
          <p:cNvSpPr txBox="1"/>
          <p:nvPr/>
        </p:nvSpPr>
        <p:spPr>
          <a:xfrm>
            <a:off x="4569513" y="6338800"/>
            <a:ext cx="3085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Font typeface="Arial"/>
              <a:buNone/>
            </a:pPr>
            <a:r>
              <a:rPr lang="en-US" b="1" dirty="0">
                <a:solidFill>
                  <a:srgbClr val="002060"/>
                </a:solidFill>
                <a:latin typeface="Bookman Old Style"/>
                <a:ea typeface="Bookman Old Style"/>
                <a:cs typeface="Bookman Old Style"/>
                <a:sym typeface="Bookman Old Style"/>
              </a:rPr>
              <a:t>© BVRIT CSE(AIML)</a:t>
            </a:r>
            <a:endParaRPr sz="2000" dirty="0">
              <a:solidFill>
                <a:schemeClr val="dk1"/>
              </a:solidFill>
              <a:latin typeface="Bookman Old Style"/>
              <a:ea typeface="Bookman Old Style"/>
              <a:cs typeface="Bookman Old Style"/>
              <a:sym typeface="Bookman Old Style"/>
            </a:endParaRPr>
          </a:p>
        </p:txBody>
      </p:sp>
    </p:spTree>
    <p:extLst>
      <p:ext uri="{BB962C8B-B14F-4D97-AF65-F5344CB8AC3E}">
        <p14:creationId xmlns:p14="http://schemas.microsoft.com/office/powerpoint/2010/main" val="1949618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19AD4-138D-CFF1-E45C-9FF4FF129191}"/>
              </a:ext>
            </a:extLst>
          </p:cNvPr>
          <p:cNvSpPr>
            <a:spLocks noGrp="1"/>
          </p:cNvSpPr>
          <p:nvPr>
            <p:ph type="title"/>
          </p:nvPr>
        </p:nvSpPr>
        <p:spPr/>
        <p:txBody>
          <a:bodyPr/>
          <a:lstStyle/>
          <a:p>
            <a:r>
              <a:rPr lang="en-IN" dirty="0"/>
              <a:t>Implementation Details</a:t>
            </a:r>
          </a:p>
        </p:txBody>
      </p:sp>
      <p:sp>
        <p:nvSpPr>
          <p:cNvPr id="3" name="Text Placeholder 2">
            <a:extLst>
              <a:ext uri="{FF2B5EF4-FFF2-40B4-BE49-F238E27FC236}">
                <a16:creationId xmlns:a16="http://schemas.microsoft.com/office/drawing/2014/main" id="{4EB82158-19F6-171F-A017-DC900C1D007E}"/>
              </a:ext>
            </a:extLst>
          </p:cNvPr>
          <p:cNvSpPr>
            <a:spLocks noGrp="1"/>
          </p:cNvSpPr>
          <p:nvPr>
            <p:ph type="body" idx="1"/>
          </p:nvPr>
        </p:nvSpPr>
        <p:spPr>
          <a:xfrm>
            <a:off x="800672" y="1369218"/>
            <a:ext cx="10423967" cy="4351338"/>
          </a:xfrm>
        </p:spPr>
        <p:txBody>
          <a:bodyPr/>
          <a:lstStyle/>
          <a:p>
            <a:r>
              <a:rPr lang="en-US" sz="2400" b="1" dirty="0"/>
              <a:t>Datasets: </a:t>
            </a:r>
            <a:r>
              <a:rPr lang="en-US" sz="2400" dirty="0"/>
              <a:t>English datasets like </a:t>
            </a:r>
            <a:r>
              <a:rPr lang="en-US" sz="2400" dirty="0" err="1"/>
              <a:t>CoNLL</a:t>
            </a:r>
            <a:r>
              <a:rPr lang="en-US" sz="2400" dirty="0"/>
              <a:t> 2003(for NER), </a:t>
            </a:r>
            <a:r>
              <a:rPr lang="en-US" sz="2400" dirty="0" err="1"/>
              <a:t>CoNLL</a:t>
            </a:r>
            <a:r>
              <a:rPr lang="en-US" sz="2400" dirty="0"/>
              <a:t> 2000(for Chunking) and Brown Corpus(for </a:t>
            </a:r>
            <a:r>
              <a:rPr lang="en-US" sz="2400" dirty="0" err="1"/>
              <a:t>PoS</a:t>
            </a:r>
            <a:r>
              <a:rPr lang="en-US" sz="2400" dirty="0"/>
              <a:t> tagging) are used.</a:t>
            </a:r>
          </a:p>
          <a:p>
            <a:r>
              <a:rPr lang="en-US" sz="2400" b="1" dirty="0"/>
              <a:t>Hyperparameters: </a:t>
            </a:r>
            <a:r>
              <a:rPr lang="en-US" sz="2400" dirty="0"/>
              <a:t>The model is trained with a batch size of 32, 128 sequence length, and an Adam optimizer with a learning rate of 2e-5​.</a:t>
            </a:r>
          </a:p>
          <a:p>
            <a:r>
              <a:rPr lang="en-US" sz="2400" b="1" dirty="0"/>
              <a:t>Evaluation Metrics: </a:t>
            </a:r>
            <a:r>
              <a:rPr lang="en-US" sz="2400" dirty="0"/>
              <a:t>The performance is evaluated using metrics like F1 score, Recall, Precision focusing on the generalization ability of the model​.</a:t>
            </a:r>
          </a:p>
          <a:p>
            <a:r>
              <a:rPr lang="en-US" sz="2400" b="1" dirty="0"/>
              <a:t>Cross-Domain Evaluation: </a:t>
            </a:r>
            <a:r>
              <a:rPr lang="en-US" sz="2400" dirty="0"/>
              <a:t>It is tested across various domains to find out how well it generalizes to other sequence labelling tasks.</a:t>
            </a:r>
            <a:endParaRPr lang="en-IN" sz="2400" dirty="0"/>
          </a:p>
        </p:txBody>
      </p:sp>
      <p:sp>
        <p:nvSpPr>
          <p:cNvPr id="5" name="Slide Number Placeholder 4">
            <a:extLst>
              <a:ext uri="{FF2B5EF4-FFF2-40B4-BE49-F238E27FC236}">
                <a16:creationId xmlns:a16="http://schemas.microsoft.com/office/drawing/2014/main" id="{84087984-7492-83F0-7237-707F8A18EB6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
        <p:nvSpPr>
          <p:cNvPr id="7" name="Date Placeholder 6">
            <a:extLst>
              <a:ext uri="{FF2B5EF4-FFF2-40B4-BE49-F238E27FC236}">
                <a16:creationId xmlns:a16="http://schemas.microsoft.com/office/drawing/2014/main" id="{3A40CDFF-2C8A-225B-1B2C-6D32F7A096B0}"/>
              </a:ext>
            </a:extLst>
          </p:cNvPr>
          <p:cNvSpPr>
            <a:spLocks noGrp="1"/>
          </p:cNvSpPr>
          <p:nvPr>
            <p:ph type="dt" idx="10"/>
          </p:nvPr>
        </p:nvSpPr>
        <p:spPr/>
        <p:txBody>
          <a:bodyPr/>
          <a:lstStyle/>
          <a:p>
            <a:fld id="{D66EE2F8-8596-4302-9D6B-AA2B886DACB7}" type="datetime2">
              <a:rPr lang="en-US" smtClean="0"/>
              <a:t>Thursday, May 29, 2025</a:t>
            </a:fld>
            <a:endParaRPr lang="en-US"/>
          </a:p>
        </p:txBody>
      </p:sp>
      <p:sp>
        <p:nvSpPr>
          <p:cNvPr id="4" name="Google Shape;187;p22">
            <a:extLst>
              <a:ext uri="{FF2B5EF4-FFF2-40B4-BE49-F238E27FC236}">
                <a16:creationId xmlns:a16="http://schemas.microsoft.com/office/drawing/2014/main" id="{E53C67B3-B2E7-C432-2809-B743AAA92C84}"/>
              </a:ext>
            </a:extLst>
          </p:cNvPr>
          <p:cNvSpPr txBox="1"/>
          <p:nvPr/>
        </p:nvSpPr>
        <p:spPr>
          <a:xfrm>
            <a:off x="4569513" y="6338800"/>
            <a:ext cx="3085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Font typeface="Arial"/>
              <a:buNone/>
            </a:pPr>
            <a:r>
              <a:rPr lang="en-US" b="1" dirty="0">
                <a:solidFill>
                  <a:srgbClr val="002060"/>
                </a:solidFill>
                <a:latin typeface="Bookman Old Style"/>
                <a:ea typeface="Bookman Old Style"/>
                <a:cs typeface="Bookman Old Style"/>
                <a:sym typeface="Bookman Old Style"/>
              </a:rPr>
              <a:t>© BVRIT CSE(AIML)</a:t>
            </a:r>
            <a:endParaRPr sz="2000" dirty="0">
              <a:solidFill>
                <a:schemeClr val="dk1"/>
              </a:solidFill>
              <a:latin typeface="Bookman Old Style"/>
              <a:ea typeface="Bookman Old Style"/>
              <a:cs typeface="Bookman Old Style"/>
              <a:sym typeface="Bookman Old Style"/>
            </a:endParaRPr>
          </a:p>
        </p:txBody>
      </p:sp>
    </p:spTree>
    <p:extLst>
      <p:ext uri="{BB962C8B-B14F-4D97-AF65-F5344CB8AC3E}">
        <p14:creationId xmlns:p14="http://schemas.microsoft.com/office/powerpoint/2010/main" val="3912158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D30EF-DEA0-D988-D74D-C4449773E65B}"/>
              </a:ext>
            </a:extLst>
          </p:cNvPr>
          <p:cNvSpPr>
            <a:spLocks noGrp="1"/>
          </p:cNvSpPr>
          <p:nvPr>
            <p:ph type="title"/>
          </p:nvPr>
        </p:nvSpPr>
        <p:spPr/>
        <p:txBody>
          <a:bodyPr/>
          <a:lstStyle/>
          <a:p>
            <a:r>
              <a:rPr lang="en-IN" dirty="0"/>
              <a:t>Results and Discussions</a:t>
            </a:r>
          </a:p>
        </p:txBody>
      </p:sp>
      <p:sp>
        <p:nvSpPr>
          <p:cNvPr id="3" name="Text Placeholder 2">
            <a:extLst>
              <a:ext uri="{FF2B5EF4-FFF2-40B4-BE49-F238E27FC236}">
                <a16:creationId xmlns:a16="http://schemas.microsoft.com/office/drawing/2014/main" id="{0FAC88FF-9203-F7F4-FD3F-08BAF5706C71}"/>
              </a:ext>
            </a:extLst>
          </p:cNvPr>
          <p:cNvSpPr>
            <a:spLocks noGrp="1"/>
          </p:cNvSpPr>
          <p:nvPr>
            <p:ph type="body" idx="1"/>
          </p:nvPr>
        </p:nvSpPr>
        <p:spPr>
          <a:xfrm>
            <a:off x="594935" y="1253331"/>
            <a:ext cx="11002130" cy="4351338"/>
          </a:xfrm>
        </p:spPr>
        <p:txBody>
          <a:bodyPr/>
          <a:lstStyle/>
          <a:p>
            <a:r>
              <a:rPr lang="en-IN" sz="2400" dirty="0"/>
              <a:t>This GAN based framework achieves consistent performance across multiple sequence labelling tasks.</a:t>
            </a:r>
          </a:p>
          <a:p>
            <a:endParaRPr lang="en-IN" sz="2400" dirty="0"/>
          </a:p>
          <a:p>
            <a:endParaRPr lang="en-IN" sz="2400" dirty="0"/>
          </a:p>
          <a:p>
            <a:endParaRPr lang="en-IN" sz="2400" dirty="0"/>
          </a:p>
          <a:p>
            <a:endParaRPr lang="en-IN" sz="2400" dirty="0"/>
          </a:p>
          <a:p>
            <a:r>
              <a:rPr lang="en-IN" sz="2400" dirty="0"/>
              <a:t>The Framework Generalizes well across different tasks and Provides results that rivals BERT+CRF model while taking nearly half the time to execute.</a:t>
            </a:r>
          </a:p>
          <a:p>
            <a:endParaRPr lang="en-IN" sz="2400" dirty="0"/>
          </a:p>
        </p:txBody>
      </p:sp>
      <p:sp>
        <p:nvSpPr>
          <p:cNvPr id="5" name="Slide Number Placeholder 4">
            <a:extLst>
              <a:ext uri="{FF2B5EF4-FFF2-40B4-BE49-F238E27FC236}">
                <a16:creationId xmlns:a16="http://schemas.microsoft.com/office/drawing/2014/main" id="{171DD129-CAB9-D9AC-DB65-46882F4D0F1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
        <p:nvSpPr>
          <p:cNvPr id="7" name="Date Placeholder 6">
            <a:extLst>
              <a:ext uri="{FF2B5EF4-FFF2-40B4-BE49-F238E27FC236}">
                <a16:creationId xmlns:a16="http://schemas.microsoft.com/office/drawing/2014/main" id="{9B9E8CC3-1096-01EC-1B9B-1D106245AF33}"/>
              </a:ext>
            </a:extLst>
          </p:cNvPr>
          <p:cNvSpPr>
            <a:spLocks noGrp="1"/>
          </p:cNvSpPr>
          <p:nvPr>
            <p:ph type="dt" idx="10"/>
          </p:nvPr>
        </p:nvSpPr>
        <p:spPr/>
        <p:txBody>
          <a:bodyPr/>
          <a:lstStyle/>
          <a:p>
            <a:fld id="{EEE27978-5255-4FA9-AAD2-74881C8E7F20}" type="datetime2">
              <a:rPr lang="en-US" smtClean="0"/>
              <a:t>Thursday, May 29, 2025</a:t>
            </a:fld>
            <a:endParaRPr lang="en-US"/>
          </a:p>
        </p:txBody>
      </p:sp>
      <p:sp>
        <p:nvSpPr>
          <p:cNvPr id="4" name="Google Shape;187;p22">
            <a:extLst>
              <a:ext uri="{FF2B5EF4-FFF2-40B4-BE49-F238E27FC236}">
                <a16:creationId xmlns:a16="http://schemas.microsoft.com/office/drawing/2014/main" id="{4F2D6F1C-D0D0-2113-5C14-33FDCBECB031}"/>
              </a:ext>
            </a:extLst>
          </p:cNvPr>
          <p:cNvSpPr txBox="1"/>
          <p:nvPr/>
        </p:nvSpPr>
        <p:spPr>
          <a:xfrm>
            <a:off x="4569513" y="6338800"/>
            <a:ext cx="3085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Font typeface="Arial"/>
              <a:buNone/>
            </a:pPr>
            <a:r>
              <a:rPr lang="en-US" b="1" dirty="0">
                <a:solidFill>
                  <a:srgbClr val="002060"/>
                </a:solidFill>
                <a:latin typeface="Bookman Old Style"/>
                <a:ea typeface="Bookman Old Style"/>
                <a:cs typeface="Bookman Old Style"/>
                <a:sym typeface="Bookman Old Style"/>
              </a:rPr>
              <a:t>© BVRIT CSE(AIML)</a:t>
            </a:r>
            <a:endParaRPr sz="2000" dirty="0">
              <a:solidFill>
                <a:schemeClr val="dk1"/>
              </a:solidFill>
              <a:latin typeface="Bookman Old Style"/>
              <a:ea typeface="Bookman Old Style"/>
              <a:cs typeface="Bookman Old Style"/>
              <a:sym typeface="Bookman Old Style"/>
            </a:endParaRPr>
          </a:p>
        </p:txBody>
      </p:sp>
      <p:graphicFrame>
        <p:nvGraphicFramePr>
          <p:cNvPr id="8" name="Table 7">
            <a:extLst>
              <a:ext uri="{FF2B5EF4-FFF2-40B4-BE49-F238E27FC236}">
                <a16:creationId xmlns:a16="http://schemas.microsoft.com/office/drawing/2014/main" id="{091CB07C-8EC3-9DE9-E52F-16F5442BC6FE}"/>
              </a:ext>
            </a:extLst>
          </p:cNvPr>
          <p:cNvGraphicFramePr>
            <a:graphicFrameLocks noGrp="1"/>
          </p:cNvGraphicFramePr>
          <p:nvPr>
            <p:extLst>
              <p:ext uri="{D42A27DB-BD31-4B8C-83A1-F6EECF244321}">
                <p14:modId xmlns:p14="http://schemas.microsoft.com/office/powerpoint/2010/main" val="3123955447"/>
              </p:ext>
            </p:extLst>
          </p:nvPr>
        </p:nvGraphicFramePr>
        <p:xfrm>
          <a:off x="1948656" y="2294466"/>
          <a:ext cx="8128000" cy="1483360"/>
        </p:xfrm>
        <a:graphic>
          <a:graphicData uri="http://schemas.openxmlformats.org/drawingml/2006/table">
            <a:tbl>
              <a:tblPr firstRow="1" bandRow="1">
                <a:tableStyleId>{7DF18680-E054-41AD-8BC1-D1AEF772440D}</a:tableStyleId>
              </a:tblPr>
              <a:tblGrid>
                <a:gridCol w="1625600">
                  <a:extLst>
                    <a:ext uri="{9D8B030D-6E8A-4147-A177-3AD203B41FA5}">
                      <a16:colId xmlns:a16="http://schemas.microsoft.com/office/drawing/2014/main" val="3693927450"/>
                    </a:ext>
                  </a:extLst>
                </a:gridCol>
                <a:gridCol w="1625600">
                  <a:extLst>
                    <a:ext uri="{9D8B030D-6E8A-4147-A177-3AD203B41FA5}">
                      <a16:colId xmlns:a16="http://schemas.microsoft.com/office/drawing/2014/main" val="2439764574"/>
                    </a:ext>
                  </a:extLst>
                </a:gridCol>
                <a:gridCol w="1625600">
                  <a:extLst>
                    <a:ext uri="{9D8B030D-6E8A-4147-A177-3AD203B41FA5}">
                      <a16:colId xmlns:a16="http://schemas.microsoft.com/office/drawing/2014/main" val="1422010809"/>
                    </a:ext>
                  </a:extLst>
                </a:gridCol>
                <a:gridCol w="1625600">
                  <a:extLst>
                    <a:ext uri="{9D8B030D-6E8A-4147-A177-3AD203B41FA5}">
                      <a16:colId xmlns:a16="http://schemas.microsoft.com/office/drawing/2014/main" val="412940577"/>
                    </a:ext>
                  </a:extLst>
                </a:gridCol>
                <a:gridCol w="1625600">
                  <a:extLst>
                    <a:ext uri="{9D8B030D-6E8A-4147-A177-3AD203B41FA5}">
                      <a16:colId xmlns:a16="http://schemas.microsoft.com/office/drawing/2014/main" val="1628058048"/>
                    </a:ext>
                  </a:extLst>
                </a:gridCol>
              </a:tblGrid>
              <a:tr h="370840">
                <a:tc>
                  <a:txBody>
                    <a:bodyPr/>
                    <a:lstStyle/>
                    <a:p>
                      <a:r>
                        <a:rPr lang="en-IN" dirty="0"/>
                        <a:t>Task</a:t>
                      </a:r>
                    </a:p>
                  </a:txBody>
                  <a:tcPr/>
                </a:tc>
                <a:tc>
                  <a:txBody>
                    <a:bodyPr/>
                    <a:lstStyle/>
                    <a:p>
                      <a:r>
                        <a:rPr lang="en-IN" dirty="0"/>
                        <a:t>F1-Score</a:t>
                      </a:r>
                    </a:p>
                  </a:txBody>
                  <a:tcPr/>
                </a:tc>
                <a:tc>
                  <a:txBody>
                    <a:bodyPr/>
                    <a:lstStyle/>
                    <a:p>
                      <a:r>
                        <a:rPr lang="en-IN" dirty="0"/>
                        <a:t>Precision</a:t>
                      </a:r>
                    </a:p>
                  </a:txBody>
                  <a:tcPr/>
                </a:tc>
                <a:tc>
                  <a:txBody>
                    <a:bodyPr/>
                    <a:lstStyle/>
                    <a:p>
                      <a:r>
                        <a:rPr lang="en-IN" dirty="0"/>
                        <a:t>Recall</a:t>
                      </a:r>
                    </a:p>
                  </a:txBody>
                  <a:tcPr/>
                </a:tc>
                <a:tc>
                  <a:txBody>
                    <a:bodyPr/>
                    <a:lstStyle/>
                    <a:p>
                      <a:r>
                        <a:rPr lang="en-IN" dirty="0"/>
                        <a:t>Accuracy</a:t>
                      </a:r>
                    </a:p>
                  </a:txBody>
                  <a:tcPr/>
                </a:tc>
                <a:extLst>
                  <a:ext uri="{0D108BD9-81ED-4DB2-BD59-A6C34878D82A}">
                    <a16:rowId xmlns:a16="http://schemas.microsoft.com/office/drawing/2014/main" val="2221777980"/>
                  </a:ext>
                </a:extLst>
              </a:tr>
              <a:tr h="370840">
                <a:tc>
                  <a:txBody>
                    <a:bodyPr/>
                    <a:lstStyle/>
                    <a:p>
                      <a:r>
                        <a:rPr lang="en-IN" dirty="0"/>
                        <a:t>NER</a:t>
                      </a:r>
                    </a:p>
                  </a:txBody>
                  <a:tcPr/>
                </a:tc>
                <a:tc>
                  <a:txBody>
                    <a:bodyPr/>
                    <a:lstStyle/>
                    <a:p>
                      <a:r>
                        <a:rPr lang="en-IN" dirty="0"/>
                        <a:t>95%</a:t>
                      </a:r>
                    </a:p>
                  </a:txBody>
                  <a:tcPr/>
                </a:tc>
                <a:tc>
                  <a:txBody>
                    <a:bodyPr/>
                    <a:lstStyle/>
                    <a:p>
                      <a:r>
                        <a:rPr lang="en-IN" dirty="0"/>
                        <a:t>95%</a:t>
                      </a:r>
                    </a:p>
                  </a:txBody>
                  <a:tcPr/>
                </a:tc>
                <a:tc>
                  <a:txBody>
                    <a:bodyPr/>
                    <a:lstStyle/>
                    <a:p>
                      <a:r>
                        <a:rPr lang="en-IN" dirty="0"/>
                        <a:t>94%</a:t>
                      </a:r>
                    </a:p>
                  </a:txBody>
                  <a:tcPr/>
                </a:tc>
                <a:tc>
                  <a:txBody>
                    <a:bodyPr/>
                    <a:lstStyle/>
                    <a:p>
                      <a:r>
                        <a:rPr lang="en-IN" dirty="0"/>
                        <a:t>95%</a:t>
                      </a:r>
                    </a:p>
                  </a:txBody>
                  <a:tcPr/>
                </a:tc>
                <a:extLst>
                  <a:ext uri="{0D108BD9-81ED-4DB2-BD59-A6C34878D82A}">
                    <a16:rowId xmlns:a16="http://schemas.microsoft.com/office/drawing/2014/main" val="1277640662"/>
                  </a:ext>
                </a:extLst>
              </a:tr>
              <a:tr h="370840">
                <a:tc>
                  <a:txBody>
                    <a:bodyPr/>
                    <a:lstStyle/>
                    <a:p>
                      <a:r>
                        <a:rPr lang="en-IN" dirty="0" err="1"/>
                        <a:t>PoS</a:t>
                      </a:r>
                      <a:r>
                        <a:rPr lang="en-IN" dirty="0"/>
                        <a:t> Tagging</a:t>
                      </a:r>
                    </a:p>
                  </a:txBody>
                  <a:tcPr/>
                </a:tc>
                <a:tc>
                  <a:txBody>
                    <a:bodyPr/>
                    <a:lstStyle/>
                    <a:p>
                      <a:r>
                        <a:rPr lang="en-IN" dirty="0"/>
                        <a:t>94%</a:t>
                      </a:r>
                    </a:p>
                  </a:txBody>
                  <a:tcPr/>
                </a:tc>
                <a:tc>
                  <a:txBody>
                    <a:bodyPr/>
                    <a:lstStyle/>
                    <a:p>
                      <a:r>
                        <a:rPr lang="en-IN" dirty="0"/>
                        <a:t>95%</a:t>
                      </a:r>
                    </a:p>
                  </a:txBody>
                  <a:tcPr/>
                </a:tc>
                <a:tc>
                  <a:txBody>
                    <a:bodyPr/>
                    <a:lstStyle/>
                    <a:p>
                      <a:r>
                        <a:rPr lang="en-IN" dirty="0"/>
                        <a:t>95%</a:t>
                      </a:r>
                    </a:p>
                  </a:txBody>
                  <a:tcPr/>
                </a:tc>
                <a:tc>
                  <a:txBody>
                    <a:bodyPr/>
                    <a:lstStyle/>
                    <a:p>
                      <a:r>
                        <a:rPr lang="en-IN" dirty="0"/>
                        <a:t>94%</a:t>
                      </a:r>
                    </a:p>
                  </a:txBody>
                  <a:tcPr/>
                </a:tc>
                <a:extLst>
                  <a:ext uri="{0D108BD9-81ED-4DB2-BD59-A6C34878D82A}">
                    <a16:rowId xmlns:a16="http://schemas.microsoft.com/office/drawing/2014/main" val="603133759"/>
                  </a:ext>
                </a:extLst>
              </a:tr>
              <a:tr h="370840">
                <a:tc>
                  <a:txBody>
                    <a:bodyPr/>
                    <a:lstStyle/>
                    <a:p>
                      <a:r>
                        <a:rPr lang="en-IN" dirty="0"/>
                        <a:t>Chunking</a:t>
                      </a:r>
                    </a:p>
                  </a:txBody>
                  <a:tcPr/>
                </a:tc>
                <a:tc>
                  <a:txBody>
                    <a:bodyPr/>
                    <a:lstStyle/>
                    <a:p>
                      <a:r>
                        <a:rPr lang="en-IN" dirty="0"/>
                        <a:t>90%</a:t>
                      </a:r>
                    </a:p>
                  </a:txBody>
                  <a:tcPr/>
                </a:tc>
                <a:tc>
                  <a:txBody>
                    <a:bodyPr/>
                    <a:lstStyle/>
                    <a:p>
                      <a:r>
                        <a:rPr lang="en-IN" dirty="0"/>
                        <a:t>89%</a:t>
                      </a:r>
                    </a:p>
                  </a:txBody>
                  <a:tcPr/>
                </a:tc>
                <a:tc>
                  <a:txBody>
                    <a:bodyPr/>
                    <a:lstStyle/>
                    <a:p>
                      <a:r>
                        <a:rPr lang="en-IN" dirty="0"/>
                        <a:t>91%</a:t>
                      </a:r>
                    </a:p>
                  </a:txBody>
                  <a:tcPr/>
                </a:tc>
                <a:tc>
                  <a:txBody>
                    <a:bodyPr/>
                    <a:lstStyle/>
                    <a:p>
                      <a:r>
                        <a:rPr lang="en-IN" dirty="0"/>
                        <a:t>91%</a:t>
                      </a:r>
                    </a:p>
                  </a:txBody>
                  <a:tcPr/>
                </a:tc>
                <a:extLst>
                  <a:ext uri="{0D108BD9-81ED-4DB2-BD59-A6C34878D82A}">
                    <a16:rowId xmlns:a16="http://schemas.microsoft.com/office/drawing/2014/main" val="1162084089"/>
                  </a:ext>
                </a:extLst>
              </a:tr>
            </a:tbl>
          </a:graphicData>
        </a:graphic>
      </p:graphicFrame>
    </p:spTree>
    <p:extLst>
      <p:ext uri="{BB962C8B-B14F-4D97-AF65-F5344CB8AC3E}">
        <p14:creationId xmlns:p14="http://schemas.microsoft.com/office/powerpoint/2010/main" val="26889243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15ADC-B2D4-4F0D-BC59-DA5CDB61D7E0}"/>
              </a:ext>
            </a:extLst>
          </p:cNvPr>
          <p:cNvSpPr>
            <a:spLocks noGrp="1"/>
          </p:cNvSpPr>
          <p:nvPr>
            <p:ph type="title"/>
          </p:nvPr>
        </p:nvSpPr>
        <p:spPr/>
        <p:txBody>
          <a:bodyPr/>
          <a:lstStyle/>
          <a:p>
            <a:r>
              <a:rPr lang="en-IN" dirty="0"/>
              <a:t>Conclusion</a:t>
            </a:r>
          </a:p>
        </p:txBody>
      </p:sp>
      <p:sp>
        <p:nvSpPr>
          <p:cNvPr id="3" name="Text Placeholder 2">
            <a:extLst>
              <a:ext uri="{FF2B5EF4-FFF2-40B4-BE49-F238E27FC236}">
                <a16:creationId xmlns:a16="http://schemas.microsoft.com/office/drawing/2014/main" id="{7A3551B6-8983-BB90-D9C5-EFC37E44A7FD}"/>
              </a:ext>
            </a:extLst>
          </p:cNvPr>
          <p:cNvSpPr>
            <a:spLocks noGrp="1"/>
          </p:cNvSpPr>
          <p:nvPr>
            <p:ph type="body" idx="1"/>
          </p:nvPr>
        </p:nvSpPr>
        <p:spPr>
          <a:xfrm>
            <a:off x="324092" y="1253331"/>
            <a:ext cx="11105908" cy="4351338"/>
          </a:xfrm>
        </p:spPr>
        <p:txBody>
          <a:bodyPr/>
          <a:lstStyle/>
          <a:p>
            <a:r>
              <a:rPr lang="en-US" sz="2400" dirty="0"/>
              <a:t>This GAN framework provides a powerful solution for sequence labeling tasks, improving accuracy, cross-domain scenarios all the while taking less resources to execute.</a:t>
            </a:r>
          </a:p>
          <a:p>
            <a:r>
              <a:rPr lang="en-US" sz="2400" dirty="0"/>
              <a:t>This framework also achieves similar results when compared to State-of-The-Art Models.</a:t>
            </a:r>
          </a:p>
          <a:p>
            <a:r>
              <a:rPr lang="en-US" sz="2400" dirty="0"/>
              <a:t>Future Works for this includes Exploring other sequence labeling tasks, such as dependency parsing or coreference resolution, using this GAN framework.</a:t>
            </a:r>
            <a:endParaRPr lang="en-IN" sz="2400" dirty="0"/>
          </a:p>
        </p:txBody>
      </p:sp>
      <p:sp>
        <p:nvSpPr>
          <p:cNvPr id="5" name="Slide Number Placeholder 4">
            <a:extLst>
              <a:ext uri="{FF2B5EF4-FFF2-40B4-BE49-F238E27FC236}">
                <a16:creationId xmlns:a16="http://schemas.microsoft.com/office/drawing/2014/main" id="{A4B9E3E0-2D5F-DA44-11F4-6FC888DAEFB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7" name="Date Placeholder 6">
            <a:extLst>
              <a:ext uri="{FF2B5EF4-FFF2-40B4-BE49-F238E27FC236}">
                <a16:creationId xmlns:a16="http://schemas.microsoft.com/office/drawing/2014/main" id="{70BB99CE-907B-8A43-468D-BE5035391F9E}"/>
              </a:ext>
            </a:extLst>
          </p:cNvPr>
          <p:cNvSpPr>
            <a:spLocks noGrp="1"/>
          </p:cNvSpPr>
          <p:nvPr>
            <p:ph type="dt" idx="10"/>
          </p:nvPr>
        </p:nvSpPr>
        <p:spPr/>
        <p:txBody>
          <a:bodyPr/>
          <a:lstStyle/>
          <a:p>
            <a:fld id="{E8834BCA-192B-4A52-A761-F417FFBDCE8E}" type="datetime2">
              <a:rPr lang="en-US" smtClean="0"/>
              <a:t>Thursday, May 29, 2025</a:t>
            </a:fld>
            <a:endParaRPr lang="en-US"/>
          </a:p>
        </p:txBody>
      </p:sp>
      <p:sp>
        <p:nvSpPr>
          <p:cNvPr id="4" name="Google Shape;187;p22">
            <a:extLst>
              <a:ext uri="{FF2B5EF4-FFF2-40B4-BE49-F238E27FC236}">
                <a16:creationId xmlns:a16="http://schemas.microsoft.com/office/drawing/2014/main" id="{548387B6-42DD-0AF2-992A-321816CADC2B}"/>
              </a:ext>
            </a:extLst>
          </p:cNvPr>
          <p:cNvSpPr txBox="1"/>
          <p:nvPr/>
        </p:nvSpPr>
        <p:spPr>
          <a:xfrm>
            <a:off x="4569513" y="6338800"/>
            <a:ext cx="3085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Font typeface="Arial"/>
              <a:buNone/>
            </a:pPr>
            <a:r>
              <a:rPr lang="en-US" b="1" dirty="0">
                <a:solidFill>
                  <a:srgbClr val="002060"/>
                </a:solidFill>
                <a:latin typeface="Bookman Old Style"/>
                <a:ea typeface="Bookman Old Style"/>
                <a:cs typeface="Bookman Old Style"/>
                <a:sym typeface="Bookman Old Style"/>
              </a:rPr>
              <a:t>© BVRIT CSE(AIML)</a:t>
            </a:r>
            <a:endParaRPr sz="2000" dirty="0">
              <a:solidFill>
                <a:schemeClr val="dk1"/>
              </a:solidFill>
              <a:latin typeface="Bookman Old Style"/>
              <a:ea typeface="Bookman Old Style"/>
              <a:cs typeface="Bookman Old Style"/>
              <a:sym typeface="Bookman Old Style"/>
            </a:endParaRPr>
          </a:p>
        </p:txBody>
      </p:sp>
    </p:spTree>
    <p:extLst>
      <p:ext uri="{BB962C8B-B14F-4D97-AF65-F5344CB8AC3E}">
        <p14:creationId xmlns:p14="http://schemas.microsoft.com/office/powerpoint/2010/main" val="3035040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0"/>
          <p:cNvSpPr txBox="1">
            <a:spLocks noGrp="1"/>
          </p:cNvSpPr>
          <p:nvPr>
            <p:ph type="title"/>
          </p:nvPr>
        </p:nvSpPr>
        <p:spPr>
          <a:xfrm>
            <a:off x="1128713" y="138113"/>
            <a:ext cx="9768000" cy="595200"/>
          </a:xfrm>
          <a:prstGeom prst="rect">
            <a:avLst/>
          </a:prstGeom>
        </p:spPr>
        <p:txBody>
          <a:bodyPr spcFirstLastPara="1" wrap="square" lIns="91425" tIns="45700" rIns="91425" bIns="45700" anchor="ctr" anchorCtr="0">
            <a:noAutofit/>
          </a:bodyPr>
          <a:lstStyle/>
          <a:p>
            <a:pPr marL="102870" lvl="0" indent="0" algn="l" rtl="0">
              <a:lnSpc>
                <a:spcPct val="100000"/>
              </a:lnSpc>
              <a:spcBef>
                <a:spcPts val="0"/>
              </a:spcBef>
              <a:spcAft>
                <a:spcPts val="0"/>
              </a:spcAft>
              <a:buClr>
                <a:schemeClr val="dk1"/>
              </a:buClr>
              <a:buFont typeface="Arial"/>
              <a:buNone/>
            </a:pPr>
            <a:r>
              <a:rPr lang="en-US" sz="3400">
                <a:solidFill>
                  <a:srgbClr val="001F5F"/>
                </a:solidFill>
                <a:latin typeface="Georgia"/>
                <a:ea typeface="Georgia"/>
                <a:cs typeface="Georgia"/>
                <a:sym typeface="Georgia"/>
              </a:rPr>
              <a:t>References :</a:t>
            </a:r>
            <a:endParaRPr/>
          </a:p>
        </p:txBody>
      </p:sp>
      <p:sp>
        <p:nvSpPr>
          <p:cNvPr id="265" name="Google Shape;265;p30"/>
          <p:cNvSpPr txBox="1">
            <a:spLocks noGrp="1"/>
          </p:cNvSpPr>
          <p:nvPr>
            <p:ph type="body" idx="1"/>
          </p:nvPr>
        </p:nvSpPr>
        <p:spPr>
          <a:xfrm>
            <a:off x="372319" y="1252658"/>
            <a:ext cx="11447362" cy="4818000"/>
          </a:xfrm>
          <a:prstGeom prst="rect">
            <a:avLst/>
          </a:prstGeom>
        </p:spPr>
        <p:txBody>
          <a:bodyPr spcFirstLastPara="1" wrap="square" lIns="91425" tIns="45700" rIns="91425" bIns="45700" anchor="t" anchorCtr="0">
            <a:noAutofit/>
          </a:bodyPr>
          <a:lstStyle/>
          <a:p>
            <a:pPr lvl="0" indent="-457200" algn="just" rtl="0">
              <a:spcBef>
                <a:spcPts val="1000"/>
              </a:spcBef>
              <a:spcAft>
                <a:spcPts val="0"/>
              </a:spcAft>
              <a:buClr>
                <a:schemeClr val="dk1"/>
              </a:buClr>
              <a:buSzPct val="75000"/>
              <a:buFont typeface="+mj-lt"/>
              <a:buAutoNum type="arabicPeriod"/>
            </a:pPr>
            <a:r>
              <a:rPr lang="en-US" sz="1800" dirty="0"/>
              <a:t>Zhang, Y., Wang, J., Chen, X., &amp; Li, Y. (2024). Recent advances in named entity recognition: A comprehensive survey and comparative study. </a:t>
            </a:r>
            <a:r>
              <a:rPr lang="en-US" sz="1800" i="1" dirty="0" err="1"/>
              <a:t>arXiV</a:t>
            </a:r>
            <a:endParaRPr lang="en-US" sz="1800" dirty="0"/>
          </a:p>
          <a:p>
            <a:pPr lvl="0" indent="-457200" algn="just" rtl="0">
              <a:spcBef>
                <a:spcPts val="1000"/>
              </a:spcBef>
              <a:spcAft>
                <a:spcPts val="0"/>
              </a:spcAft>
              <a:buClr>
                <a:schemeClr val="dk1"/>
              </a:buClr>
              <a:buSzPct val="75000"/>
              <a:buFont typeface="+mj-lt"/>
              <a:buAutoNum type="arabicPeriod"/>
            </a:pPr>
            <a:r>
              <a:rPr lang="en-US" sz="1800" dirty="0"/>
              <a:t>Li, H., Zhou, T., &amp; Zhang, M. (2024). Embedded named entity recognition using probing classifiers. Association for Computational Linguistics.</a:t>
            </a:r>
          </a:p>
          <a:p>
            <a:pPr lvl="0" indent="-457200" algn="just" rtl="0">
              <a:spcBef>
                <a:spcPts val="1000"/>
              </a:spcBef>
              <a:spcAft>
                <a:spcPts val="0"/>
              </a:spcAft>
              <a:buClr>
                <a:schemeClr val="dk1"/>
              </a:buClr>
              <a:buSzPct val="75000"/>
              <a:buFont typeface="+mj-lt"/>
              <a:buAutoNum type="arabicPeriod"/>
            </a:pPr>
            <a:r>
              <a:rPr lang="en-IN" sz="1800" dirty="0"/>
              <a:t>Tong, Y., Chen, G., Zheng, G., Li, R., &amp; </a:t>
            </a:r>
            <a:r>
              <a:rPr lang="en-IN" sz="1800" dirty="0" err="1"/>
              <a:t>Dazhi</a:t>
            </a:r>
            <a:r>
              <a:rPr lang="en-IN" sz="1800" dirty="0"/>
              <a:t>, J. (2024). When generative adversarial networks meet sequence </a:t>
            </a:r>
            <a:r>
              <a:rPr lang="en-IN" sz="1800" dirty="0" err="1"/>
              <a:t>labeling</a:t>
            </a:r>
            <a:r>
              <a:rPr lang="en-IN" sz="1800" dirty="0"/>
              <a:t> challenges. Association for Computational Linguistics.</a:t>
            </a:r>
          </a:p>
          <a:p>
            <a:pPr lvl="0" indent="-457200" algn="just" rtl="0">
              <a:spcBef>
                <a:spcPts val="1000"/>
              </a:spcBef>
              <a:spcAft>
                <a:spcPts val="0"/>
              </a:spcAft>
              <a:buClr>
                <a:schemeClr val="dk1"/>
              </a:buClr>
              <a:buSzPct val="75000"/>
              <a:buFont typeface="+mj-lt"/>
              <a:buAutoNum type="arabicPeriod"/>
            </a:pPr>
            <a:r>
              <a:rPr lang="en-US" sz="1800" dirty="0"/>
              <a:t>Liu, W., Fu, X., Zhang, Y., &amp; Xiao, W. (2021). Lexicon enhanced Chinese sequence labeling using BERT adapter. Association for Computational Linguistics.</a:t>
            </a:r>
          </a:p>
          <a:p>
            <a:pPr lvl="0" indent="-457200" algn="just" rtl="0">
              <a:spcBef>
                <a:spcPts val="1000"/>
              </a:spcBef>
              <a:spcAft>
                <a:spcPts val="0"/>
              </a:spcAft>
              <a:buClr>
                <a:schemeClr val="dk1"/>
              </a:buClr>
              <a:buSzPct val="75000"/>
              <a:buFont typeface="+mj-lt"/>
              <a:buAutoNum type="arabicPeriod"/>
            </a:pPr>
            <a:r>
              <a:rPr lang="en-US" sz="1800" dirty="0"/>
              <a:t>Singh, P., &amp; Verma, R. (2024). Deep learning for named entity recognition: A survey. </a:t>
            </a:r>
            <a:r>
              <a:rPr lang="en-US" sz="1800" i="1" dirty="0"/>
              <a:t>Soft Computing</a:t>
            </a:r>
            <a:r>
              <a:rPr lang="en-US" sz="1800" dirty="0"/>
              <a:t>.</a:t>
            </a:r>
            <a:endParaRPr sz="1800" dirty="0"/>
          </a:p>
          <a:p>
            <a:pPr marL="0" lvl="0" indent="0" algn="just" rtl="0">
              <a:spcBef>
                <a:spcPts val="1000"/>
              </a:spcBef>
              <a:spcAft>
                <a:spcPts val="0"/>
              </a:spcAft>
              <a:buClr>
                <a:schemeClr val="dk1"/>
              </a:buClr>
              <a:buSzPts val="1100"/>
              <a:buFont typeface="Arial"/>
              <a:buNone/>
            </a:pPr>
            <a:endParaRPr sz="2400" dirty="0"/>
          </a:p>
          <a:p>
            <a:pPr marL="0" lvl="0" indent="0" algn="just" rtl="0">
              <a:spcBef>
                <a:spcPts val="1000"/>
              </a:spcBef>
              <a:spcAft>
                <a:spcPts val="0"/>
              </a:spcAft>
              <a:buNone/>
            </a:pPr>
            <a:endParaRPr sz="2400" dirty="0"/>
          </a:p>
        </p:txBody>
      </p:sp>
      <p:sp>
        <p:nvSpPr>
          <p:cNvPr id="266" name="Google Shape;266;p3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
        <p:nvSpPr>
          <p:cNvPr id="4" name="Date Placeholder 3">
            <a:extLst>
              <a:ext uri="{FF2B5EF4-FFF2-40B4-BE49-F238E27FC236}">
                <a16:creationId xmlns:a16="http://schemas.microsoft.com/office/drawing/2014/main" id="{39057D91-7C6C-A377-1526-483991C54F54}"/>
              </a:ext>
            </a:extLst>
          </p:cNvPr>
          <p:cNvSpPr>
            <a:spLocks noGrp="1"/>
          </p:cNvSpPr>
          <p:nvPr>
            <p:ph type="dt" idx="10"/>
          </p:nvPr>
        </p:nvSpPr>
        <p:spPr/>
        <p:txBody>
          <a:bodyPr/>
          <a:lstStyle/>
          <a:p>
            <a:fld id="{4A6AB7D6-AEF8-43EE-93AB-A7F0AA54225D}" type="datetime2">
              <a:rPr lang="en-US" smtClean="0"/>
              <a:t>Thursday, May 29, 2025</a:t>
            </a:fld>
            <a:endParaRPr lang="en-US"/>
          </a:p>
        </p:txBody>
      </p:sp>
      <p:sp>
        <p:nvSpPr>
          <p:cNvPr id="2" name="Google Shape;187;p22">
            <a:extLst>
              <a:ext uri="{FF2B5EF4-FFF2-40B4-BE49-F238E27FC236}">
                <a16:creationId xmlns:a16="http://schemas.microsoft.com/office/drawing/2014/main" id="{9906BD4E-2E5C-89A5-912A-C6F3F9BFF648}"/>
              </a:ext>
            </a:extLst>
          </p:cNvPr>
          <p:cNvSpPr txBox="1"/>
          <p:nvPr/>
        </p:nvSpPr>
        <p:spPr>
          <a:xfrm>
            <a:off x="4569513" y="6338800"/>
            <a:ext cx="3085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Font typeface="Arial"/>
              <a:buNone/>
            </a:pPr>
            <a:r>
              <a:rPr lang="en-US" b="1" dirty="0">
                <a:solidFill>
                  <a:srgbClr val="002060"/>
                </a:solidFill>
                <a:latin typeface="Bookman Old Style"/>
                <a:ea typeface="Bookman Old Style"/>
                <a:cs typeface="Bookman Old Style"/>
                <a:sym typeface="Bookman Old Style"/>
              </a:rPr>
              <a:t>© BVRIT CSE(AIML)</a:t>
            </a:r>
            <a:endParaRPr sz="2000" dirty="0">
              <a:solidFill>
                <a:schemeClr val="dk1"/>
              </a:solidFill>
              <a:latin typeface="Bookman Old Style"/>
              <a:ea typeface="Bookman Old Style"/>
              <a:cs typeface="Bookman Old Style"/>
              <a:sym typeface="Bookman Old Style"/>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42FEFD-4E0A-4FE0-9560-0818D4546DE1}" type="datetime2">
              <a:rPr lang="en-US" smtClean="0"/>
              <a:t>Thursday, May 29, 2025</a:t>
            </a:fld>
            <a:endParaRPr/>
          </a:p>
        </p:txBody>
      </p:sp>
      <p:sp>
        <p:nvSpPr>
          <p:cNvPr id="285" name="Google Shape;285;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286" name="Google Shape;286;p32"/>
          <p:cNvSpPr txBox="1"/>
          <p:nvPr/>
        </p:nvSpPr>
        <p:spPr>
          <a:xfrm>
            <a:off x="3572483" y="2828835"/>
            <a:ext cx="5047034"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7200">
                <a:solidFill>
                  <a:schemeClr val="dk1"/>
                </a:solidFill>
                <a:latin typeface="Cambria"/>
                <a:ea typeface="Cambria"/>
                <a:cs typeface="Cambria"/>
                <a:sym typeface="Cambria"/>
              </a:rPr>
              <a:t>Thank You</a:t>
            </a:r>
            <a:endParaRPr/>
          </a:p>
        </p:txBody>
      </p:sp>
      <p:sp>
        <p:nvSpPr>
          <p:cNvPr id="2" name="Google Shape;187;p22">
            <a:extLst>
              <a:ext uri="{FF2B5EF4-FFF2-40B4-BE49-F238E27FC236}">
                <a16:creationId xmlns:a16="http://schemas.microsoft.com/office/drawing/2014/main" id="{4B2B656E-4B1B-5F87-AFAE-E4E3684E6A89}"/>
              </a:ext>
            </a:extLst>
          </p:cNvPr>
          <p:cNvSpPr txBox="1"/>
          <p:nvPr/>
        </p:nvSpPr>
        <p:spPr>
          <a:xfrm>
            <a:off x="4569513" y="6338800"/>
            <a:ext cx="30852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Font typeface="Arial"/>
              <a:buNone/>
            </a:pPr>
            <a:r>
              <a:rPr lang="en-US" b="1" dirty="0">
                <a:solidFill>
                  <a:srgbClr val="002060"/>
                </a:solidFill>
                <a:latin typeface="Bookman Old Style"/>
                <a:ea typeface="Bookman Old Style"/>
                <a:cs typeface="Bookman Old Style"/>
                <a:sym typeface="Bookman Old Style"/>
              </a:rPr>
              <a:t>© BVRIT CSE(AIML)</a:t>
            </a:r>
            <a:endParaRPr sz="2000" dirty="0">
              <a:solidFill>
                <a:schemeClr val="dk1"/>
              </a:solidFill>
              <a:latin typeface="Bookman Old Style"/>
              <a:ea typeface="Bookman Old Style"/>
              <a:cs typeface="Bookman Old Style"/>
              <a:sym typeface="Bookman Old Style"/>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3290</TotalTime>
  <Words>1343</Words>
  <Application>Microsoft Office PowerPoint</Application>
  <PresentationFormat>Widescreen</PresentationFormat>
  <Paragraphs>193</Paragraphs>
  <Slides>14</Slides>
  <Notes>10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14</vt:i4>
      </vt:variant>
    </vt:vector>
  </HeadingPairs>
  <TitlesOfParts>
    <vt:vector size="22" baseType="lpstr">
      <vt:lpstr>Arial</vt:lpstr>
      <vt:lpstr>Bookman Old Style</vt:lpstr>
      <vt:lpstr>Calibri</vt:lpstr>
      <vt:lpstr>Cambria</vt:lpstr>
      <vt:lpstr>Georgia</vt:lpstr>
      <vt:lpstr>Office Theme</vt:lpstr>
      <vt:lpstr>1_Office Theme</vt:lpstr>
      <vt:lpstr>2_Office Theme</vt:lpstr>
      <vt:lpstr>B V RAJU INSTITUTE OF TECHNOLOGY (UGC Autonomous) Vishnupur, Narsapur, Medak District</vt:lpstr>
      <vt:lpstr>Outline</vt:lpstr>
      <vt:lpstr>Introduction</vt:lpstr>
      <vt:lpstr>Abstract</vt:lpstr>
      <vt:lpstr>Problem Statement: </vt:lpstr>
      <vt:lpstr>Literature Survey </vt:lpstr>
      <vt:lpstr>Literature Survey </vt:lpstr>
      <vt:lpstr>Methodology Adopted :</vt:lpstr>
      <vt:lpstr>Architecture Used</vt:lpstr>
      <vt:lpstr>Implementation Details</vt:lpstr>
      <vt:lpstr>Results and Discussions</vt:lpstr>
      <vt:lpstr>Conclusion</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22211A66A0</cp:lastModifiedBy>
  <cp:revision>19</cp:revision>
  <dcterms:modified xsi:type="dcterms:W3CDTF">2025-05-29T03:57:10Z</dcterms:modified>
</cp:coreProperties>
</file>